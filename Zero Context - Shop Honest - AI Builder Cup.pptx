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fntdata" ContentType="application/x-fontdata"/>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1.xml" ContentType="application/vnd.openxmlformats-officedocument.theme+xml"/>
  <Override PartName="/ppt/slideMasters/slideMaster1.xml" ContentType="application/vnd.openxmlformats-officedocument.presentationml.slideMaster+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charts/chart1.xml" ContentType="application/vnd.openxmlformats-officedocument.drawingml.chart+xml"/>
  <Override PartName="/ppt/embeddings/kept1.xlsx" ContentType="application/vnd.openxmlformats-officedocument.spreadsheetml.sheet"/>
  <Override PartName="/ppt/charts/chart2.xml" ContentType="application/vnd.openxmlformats-officedocument.drawingml.chart+xml"/>
  <Override PartName="/ppt/embeddings/kept2.xlsx" ContentType="application/vnd.openxmlformats-officedocument.spreadsheetml.sheet"/>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Lst>
  <p:sldSz cx="9144000" cy="5143500"/>
  <p:notesSz cx="6858000" cy="9144000"/>
  <p:embeddedFontLst>
    <p:embeddedFont>
      <p:font typeface="Google Sans Flex Medium"/>
      <p:regular r:id="rId25"/>
      <p:bold r:id="rId26"/>
    </p:embeddedFont>
    <p:embeddedFont>
      <p:font typeface="Google Sans Flex"/>
      <p:regular r:id="rId27"/>
      <p:bold r:id="rId28"/>
    </p:embeddedFont>
    <p:embeddedFont>
      <p:font typeface="Google Sans Flex SemiBold"/>
      <p:regular r:id="rId29"/>
      <p:bold r:id="rId30"/>
    </p:embeddedFont>
  </p:embeddedFontLst>
  <p:defaultTextStyle>
    <a:lvl1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xmlns:a="http://schemas.openxmlformats.org/drawingml/2006/main" xmlns:p="http://schemas.openxmlformats.org/presentationml/2006/main" xmlns:p15="http://schemas.microsoft.com/office/powerpoint/2012/main"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100" d="100"/>
          <a:sy n="100" d="100"/>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theme" Target="theme/theme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ableStyles" Target="tableStyles.xml"/><Relationship Id="rId25" Type="http://schemas.openxmlformats.org/officeDocument/2006/relationships/font" Target="fonts/font1.fntdata"/><Relationship Id="rId26" Type="http://schemas.openxmlformats.org/officeDocument/2006/relationships/font" Target="fonts/font2.fntdata"/><Relationship Id="rId27" Type="http://schemas.openxmlformats.org/officeDocument/2006/relationships/font" Target="fonts/font3.fntdata"/><Relationship Id="rId28" Type="http://schemas.openxmlformats.org/officeDocument/2006/relationships/font" Target="fonts/font4.fntdata"/><Relationship Id="rId29" Type="http://schemas.openxmlformats.org/officeDocument/2006/relationships/font" Target="fonts/font5.fntdata"/><Relationship Id="rId30" Type="http://schemas.openxmlformats.org/officeDocument/2006/relationships/font" Target="fonts/font6.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kep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kep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9"/>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Google Shape;3;n"/>
          <p:cNvSpPr>
            <a:spLocks noGrp="1"/>
          </p:cNvSpPr>
          <p:nvPr>
            <p:ph type="sldImg" idx="2"/>
          </p:nvPr>
        </p:nvSpPr>
        <p:spPr>
          <a:xfrm>
            <a:off x="381300" y="685800"/>
            <a:ext cx="6096075" cy="3429000"/>
          </a:xfrm>
          <a:custGeom>
            <a:avLst/>
            <a:gdLst/>
            <a:ahLst/>
            <a:cxnLst/>
            <a:rect l="l" t="t" r="r" b="b"/>
            <a:pathLst>
              <a:path w="120000" h="12000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wrap="square" lIns="91425" tIns="91425" rIns="91425" bIns="91425" anchor="t" anchorCtr="0" spcFirstLastPara="1">
            <a:noAutofit/>
          </a:bodyPr>
          <a:lstStyle>
            <a:lvl1pPr marL="457200" indent="-298450">
              <a:spcBef>
                <a:spcPts val="0"/>
              </a:spcBef>
              <a:spcAft>
                <a:spcPts val="0"/>
              </a:spcAft>
              <a:buChar char="●"/>
              <a:defRPr sz="1100"/>
            </a:lvl1pPr>
            <a:lvl2pPr marL="914400" indent="-298450">
              <a:spcBef>
                <a:spcPts val="0"/>
              </a:spcBef>
              <a:spcAft>
                <a:spcPts val="0"/>
              </a:spcAft>
              <a:buChar char="○"/>
              <a:defRPr sz="1100"/>
            </a:lvl2pPr>
            <a:lvl3pPr marL="1371600" indent="-298450">
              <a:spcBef>
                <a:spcPts val="0"/>
              </a:spcBef>
              <a:spcAft>
                <a:spcPts val="0"/>
              </a:spcAft>
              <a:buChar char="■"/>
              <a:defRPr sz="1100"/>
            </a:lvl3pPr>
            <a:lvl4pPr marL="1828800" indent="-298450">
              <a:spcBef>
                <a:spcPts val="0"/>
              </a:spcBef>
              <a:spcAft>
                <a:spcPts val="0"/>
              </a:spcAft>
              <a:buChar char="●"/>
              <a:defRPr sz="1100"/>
            </a:lvl4pPr>
            <a:lvl5pPr marL="2286000" indent="-298450">
              <a:spcBef>
                <a:spcPts val="0"/>
              </a:spcBef>
              <a:spcAft>
                <a:spcPts val="0"/>
              </a:spcAft>
              <a:buChar char="○"/>
              <a:defRPr sz="1100"/>
            </a:lvl5pPr>
            <a:lvl6pPr marL="2743200" indent="-298450">
              <a:spcBef>
                <a:spcPts val="0"/>
              </a:spcBef>
              <a:spcAft>
                <a:spcPts val="0"/>
              </a:spcAft>
              <a:buChar char="■"/>
              <a:defRPr sz="1100"/>
            </a:lvl6pPr>
            <a:lvl7pPr marL="3200400" indent="-298450">
              <a:spcBef>
                <a:spcPts val="0"/>
              </a:spcBef>
              <a:spcAft>
                <a:spcPts val="0"/>
              </a:spcAft>
              <a:buChar char="●"/>
              <a:defRPr sz="1100"/>
            </a:lvl7pPr>
            <a:lvl8pPr marL="3657600" indent="-298450">
              <a:spcBef>
                <a:spcPts val="0"/>
              </a:spcBef>
              <a:spcAft>
                <a:spcPts val="0"/>
              </a:spcAft>
              <a:buChar char="○"/>
              <a:defRPr sz="1100"/>
            </a:lvl8pPr>
            <a:lvl9pPr marL="4114800" indent="-298450">
              <a:spcBef>
                <a:spcPts val="0"/>
              </a:spcBef>
              <a:spcAft>
                <a:spcPts val="0"/>
              </a:spcAft>
              <a:buChar char="■"/>
              <a:defRPr sz="1100"/>
            </a:lvl9pPr>
          </a:lstStyle>
          <a:p/>
        </p:txBody>
      </p:sp>
    </p:spTree>
  </p:cSld>
  <p:clrMap bg1="lt1" tx1="dk1" bg2="dk2" tx2="lt2" accent1="accent1" accent2="accent2" accent3="accent3" accent4="accent4" accent5="accent5" accent6="accent6" hlink="hlink" folHlink="folHlink"/>
  <p:notesStyle>
    <a:lvl1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Team Zero Context: Saubhagya Ashish (leader) and Suvojit Konar. Shop Honest: AI agents shop an online store like a real customer and report every dark pattern with evidence, the rule it breaks, what it costs the shopper and a fix.</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Problem: dark patterns make shoppers pay more than the price they saw. In our demo store the page says ₹1,499 and payment asks ₹1,894. ASCI found deceptive design in 52 of the top 53 Indian apps (2024); CCPA's 2023 guidelines ban 13 patterns. In November 2025, 26 platforms declared themselves free of dark patterns; in August 2026 CCPA fined nine platforms, including Zepto, one of the 26. Self-declaration isn't enough. Idea: Shop Honest's agents walk product → variant → cart → checkout → payment like a shopper and report each trick with screenshot evidence, the rule, the money impact and a fix, then prove the fix worked.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Different: a whole-journey, measured audit in a real browser, not a single-page or text scan, and it doesn't stop at finding: it fixes and re-audits. Solves: platforms get a real self-audit instead of a self-declaration, regulators and consumer groups get evidence at scale, shoppers see the real price. USP: every claim is grounded on a measured element and double-checked by an agent with tools; findings come with ₹ impact, law and fixes; a page it couldn't check is 'not checked', never 'clean'. Proof: 9/9 tricks, 0 false alarms, 9/9 fixes verified, F1 0.959 zero-shot.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Eight features: the live walkthrough; measured checks; the Price Historian on BigQuery; the ADK agent graph, where Gemini reads each screen and an Adjudicator agent checks evidence with tools; Fix it, which proposes a fix per finding, projects the impact and verifies it on a copy of the store; the real bill; the law in 7 regions plus a 13-pattern CCPA self-audit PDF; and reports for any public store, logged out.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Three screens: start an audit, watch the agents shop live, and read the report. These are screenshots of the deployed product, not mock-ups.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Firebase Hosting serves the React app and the demo stores, and proxies /api to Cloud Run (FastAPI). The live event stream goes straight to Cloud Run because Hosting buffers streams. Each audit runs a Playwright Chromium navigator and an ADK agent graph on Gemini via Vertex AI (gemini-3.6-flash, falling back to gemini-3.1-flash-lite): the Pattern Analyst, the Adjudicator with evidence tools, and the Fixer. Firestore keeps audits and a resumable event log, Cloud Storage the screenshots, BigQuery the price history. Cloud Build and Artifact Registry ship images; Cloud Monitoring and billing budgets watch 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AI: Gemini 3.6 Flash on Vertex AI through Google's Agent Development Kit, run as an agent graph with tools; Gemma 3 4B via Ollama for offline development. Google Cloud: Cloud Run, Firestore, Cloud Storage, BigQuery, Cloud Build, Artifact Registry, Cloud Monitoring, Billing budgets, Firebase Hosting. App: Python 3.12, FastAPI, Playwright, Pydantic, React 19, TypeScript, Vite, Tailwind, three.js.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A live audit of Store A uses about 21k input and 5k output tokens on Gemini 3.6 Flash (measured) and about 30 s of Cloud Run. The rupee figures are estimates: about ₹2 per live audit was measured on 3.8 Flash. Every audit started from the site is live; verifying fixes is one more live audit. Hosting, builds and alerts stay within free tiers at this scale. Cloud Run scales to zero when idle. Guardrails: a 100-a-day live cap, per-audit token, call and time budgets, budget alerts.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Snapshots of the deployed product: the report's verdict (trust score, overcharge, fine risk), the bill shoppers actually get, one finding's evidence (the countdown restarts on reload), and a real store audited logged out that stops honestly at the sign-in wall.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Fix it, on the finished report. The Fixer proposes a fix for each finding as a change to the store's own settings, each checked against the kinds of dark pattern that setting can fix. Switching fixes on moves the projected numbers: trust score, hidden extras, the fine ceiling and the CCPA patterns found. Verify then applies them to a copy of the store in the auditor's own browser and audits the copy live: on Gemini, 9 of 9 fixes verified, trust score 16 → 100, the shopper pays ₹1,596 instead of ₹1,894. Real sites are never changed; their developers get the fix list and a re-audit.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Planted tricks: 9/9 on the rigged store with the borderline claim sent to review, 0 false alarms on the honest store, 6/6 before the sign-in wall (gemini-3.6-flash, agent graph on, repeated 15–17 Oct). Public dataset (ec-darkpattern, Yada et al. 2022, 2,356 texts): zero-shot F1 0.959 with precision 0.997 (3 false alarms), against 0.960–0.975 for models trained on it. Ablation on Store A: measured checks 6/9, with Gemma 3 4B 8/9, with Gemini 3.6 Flash 9/9, in about 27 s. Fix it: with every fix applied to a copy of Store A, the re-audit found 9 of 9 gone, trust 16 → 100, ₹1,894 → ₹1,596.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Six of the 26 platforms that declared themselves free of dark patterns in November 2025, audited logged out on 16 October 2026. Tata 1mg and Flipkart reached the cart, and each fee the product page didn't show was sent for human review, not asserted. Blinkit's product was out of stock. Zepto, which the CCPA fined in August 2026, served our browser an empty page; Myntra refused the connection; Meesho's bot protection stopped the agent. None was called clean. The lesson: outside audits get blocked, and the tricks the CCPA fined sit behind sign-in, so the audit belongs on the platform's side, before release.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Beyond the six self-declared platforms: 21 real websites in all, 82 logged-out audits between 15 and 17 October 2026. On one direct-to-consumer fashion brand, the cart held a ₹199 twelve-month membership the shopper never chose, sent for human review, and a popup over it had a decline button worded to shame the shopper, which the Adjudicator confirmed. Three other sites had items sent for review: a fee first shown in the cart and unsourced 'people bought this' claims. Eight reached the cart, six stopped at the product page, and seven blocked the agent and were reported as not checked, never as clean. Stores aren't named: these are automated observations of a logged-out session, not legal findings, and the raw reports are kept privately.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Next: audit all 26 self-declared platforms logged out (so far 21 real websites and 82 audits: eight reach the cart, seven block automated browsers and are reported as not checked, and one store was caught), logged-in journeys with test accounts in Secret Manager, nightly re-audits and a CI check. Later: a shopper browser extension, a regulator dashboard on BigQuery and Looker Studio, mobile apps and Indian-language pages.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GitHub: https://github.com/saubhagyaashish/shop-honest. Final product: https://shop-honest-ai.web.app. Demo video: https://www.youtube.com/watch?v=_mG4SobZ9E0 (2:54).</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a:t>Thank you. Try it at shop-honest-ai.web.app.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wrap="square" lIns="91425" tIns="91425" rIns="91425" bIns="91425" anchor="b" anchorCtr="0" spcFirstLastPara="1">
            <a:normAutofit/>
          </a:bodyPr>
          <a:lstStyle>
            <a:lvl1pPr algn="ctr">
              <a:spcBef>
                <a:spcPts val="0"/>
              </a:spcBef>
              <a:spcAft>
                <a:spcPts val="0"/>
              </a:spcAft>
              <a:buNone/>
              <a:defRPr sz="5200"/>
            </a:lvl1pPr>
            <a:lvl2pPr algn="ctr">
              <a:spcBef>
                <a:spcPts val="0"/>
              </a:spcBef>
              <a:spcAft>
                <a:spcPts val="0"/>
              </a:spcAft>
              <a:buNone/>
              <a:defRPr sz="5200"/>
            </a:lvl2pPr>
            <a:lvl3pPr algn="ctr">
              <a:spcBef>
                <a:spcPts val="0"/>
              </a:spcBef>
              <a:spcAft>
                <a:spcPts val="0"/>
              </a:spcAft>
              <a:buNone/>
              <a:defRPr sz="5200"/>
            </a:lvl3pPr>
            <a:lvl4pPr algn="ctr">
              <a:spcBef>
                <a:spcPts val="0"/>
              </a:spcBef>
              <a:spcAft>
                <a:spcPts val="0"/>
              </a:spcAft>
              <a:buNone/>
              <a:defRPr sz="5200"/>
            </a:lvl4pPr>
            <a:lvl5pPr algn="ctr">
              <a:spcBef>
                <a:spcPts val="0"/>
              </a:spcBef>
              <a:spcAft>
                <a:spcPts val="0"/>
              </a:spcAft>
              <a:buNone/>
              <a:defRPr sz="5200"/>
            </a:lvl5pPr>
            <a:lvl6pPr algn="ctr">
              <a:spcBef>
                <a:spcPts val="0"/>
              </a:spcBef>
              <a:spcAft>
                <a:spcPts val="0"/>
              </a:spcAft>
              <a:buNone/>
              <a:defRPr sz="5200"/>
            </a:lvl6pPr>
            <a:lvl7pPr algn="ctr">
              <a:spcBef>
                <a:spcPts val="0"/>
              </a:spcBef>
              <a:spcAft>
                <a:spcPts val="0"/>
              </a:spcAft>
              <a:buNone/>
              <a:defRPr sz="5200"/>
            </a:lvl7pPr>
            <a:lvl8pPr algn="ctr">
              <a:spcBef>
                <a:spcPts val="0"/>
              </a:spcBef>
              <a:spcAft>
                <a:spcPts val="0"/>
              </a:spcAft>
              <a:buNone/>
              <a:defRPr sz="5200"/>
            </a:lvl8pPr>
            <a:lvl9pPr algn="ctr">
              <a:spcBef>
                <a:spcPts val="0"/>
              </a:spcBef>
              <a:spcAft>
                <a:spcPts val="0"/>
              </a:spcAft>
              <a:buNone/>
              <a:defRPr sz="5200"/>
            </a:lvl9pPr>
          </a:lstStyle>
          <a:p/>
        </p:txBody>
      </p:sp>
      <p:sp>
        <p:nvSpPr>
          <p:cNvPr id="11" name="Google Shape;11;p2"/>
          <p:cNvSpPr txBox="1">
            <a:spLocks noGrp="1"/>
          </p:cNvSpPr>
          <p:nvPr>
            <p:ph type="subTitle" idx="1"/>
          </p:nvPr>
        </p:nvSpPr>
        <p:spPr>
          <a:xfrm>
            <a:off x="311700" y="2834125"/>
            <a:ext cx="8520600" cy="792600"/>
          </a:xfrm>
          <a:prstGeom prst="rect">
            <a:avLst/>
          </a:prstGeom>
        </p:spPr>
        <p:txBody>
          <a:bodyPr wrap="square" lIns="91425" tIns="91425" rIns="91425" bIns="91425" anchor="t" anchorCtr="0" spcFirstLastPara="1">
            <a:normAutofit/>
          </a:bodyPr>
          <a:lstStyle>
            <a:lvl1pPr algn="ctr">
              <a:lnSpc>
                <a:spcPct val="100000"/>
              </a:lnSpc>
              <a:spcBef>
                <a:spcPts val="0"/>
              </a:spcBef>
              <a:spcAft>
                <a:spcPts val="0"/>
              </a:spcAft>
              <a:buNone/>
              <a:defRPr sz="2800"/>
            </a:lvl1pPr>
            <a:lvl2pPr algn="ctr">
              <a:lnSpc>
                <a:spcPct val="100000"/>
              </a:lnSpc>
              <a:spcBef>
                <a:spcPts val="0"/>
              </a:spcBef>
              <a:spcAft>
                <a:spcPts val="0"/>
              </a:spcAft>
              <a:buNone/>
              <a:defRPr sz="2800"/>
            </a:lvl2pPr>
            <a:lvl3pPr algn="ctr">
              <a:lnSpc>
                <a:spcPct val="100000"/>
              </a:lnSpc>
              <a:spcBef>
                <a:spcPts val="0"/>
              </a:spcBef>
              <a:spcAft>
                <a:spcPts val="0"/>
              </a:spcAft>
              <a:buNone/>
              <a:defRPr sz="2800"/>
            </a:lvl3pPr>
            <a:lvl4pPr algn="ctr">
              <a:lnSpc>
                <a:spcPct val="100000"/>
              </a:lnSpc>
              <a:spcBef>
                <a:spcPts val="0"/>
              </a:spcBef>
              <a:spcAft>
                <a:spcPts val="0"/>
              </a:spcAft>
              <a:buNone/>
              <a:defRPr sz="2800"/>
            </a:lvl4pPr>
            <a:lvl5pPr algn="ctr">
              <a:lnSpc>
                <a:spcPct val="100000"/>
              </a:lnSpc>
              <a:spcBef>
                <a:spcPts val="0"/>
              </a:spcBef>
              <a:spcAft>
                <a:spcPts val="0"/>
              </a:spcAft>
              <a:buNone/>
              <a:defRPr sz="2800"/>
            </a:lvl5pPr>
            <a:lvl6pPr algn="ctr">
              <a:lnSpc>
                <a:spcPct val="100000"/>
              </a:lnSpc>
              <a:spcBef>
                <a:spcPts val="0"/>
              </a:spcBef>
              <a:spcAft>
                <a:spcPts val="0"/>
              </a:spcAft>
              <a:buNone/>
              <a:defRPr sz="2800"/>
            </a:lvl6pPr>
            <a:lvl7pPr algn="ctr">
              <a:lnSpc>
                <a:spcPct val="100000"/>
              </a:lnSpc>
              <a:spcBef>
                <a:spcPts val="0"/>
              </a:spcBef>
              <a:spcAft>
                <a:spcPts val="0"/>
              </a:spcAft>
              <a:buNone/>
              <a:defRPr sz="2800"/>
            </a:lvl7pPr>
            <a:lvl8pPr algn="ctr">
              <a:lnSpc>
                <a:spcPct val="100000"/>
              </a:lnSpc>
              <a:spcBef>
                <a:spcPts val="0"/>
              </a:spcBef>
              <a:spcAft>
                <a:spcPts val="0"/>
              </a:spcAft>
              <a:buNone/>
              <a:defRPr sz="2800"/>
            </a:lvl8pPr>
            <a:lvl9pPr algn="ctr">
              <a:lnSpc>
                <a:spcPct val="100000"/>
              </a:lnSpc>
              <a:spcBef>
                <a:spcPts val="0"/>
              </a:spcBef>
              <a:spcAft>
                <a:spcPts val="0"/>
              </a:spcAft>
              <a:buNone/>
              <a:defRPr sz="2800"/>
            </a:lvl9pPr>
          </a:lstStyle>
          <a:p/>
        </p:txBody>
      </p:sp>
      <p:sp>
        <p:nvSpPr>
          <p:cNvPr id="12" name="Google Shape;12;p2"/>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7DDC6D5D-A00E-4AA9-84F2-364CBECE0EEA}" type="slidenum">
              <a:rPr lang="en-GB"/>
              <a:t>‹#›</a:t>
            </a:fld>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cSld name="SECTION_HEADER">
    <p:spTree>
      <p:nvGrpSpPr>
        <p:cNvPr id="1" name=""/>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wrap="square" lIns="91425" tIns="91425" rIns="91425" bIns="91425" anchor="ctr" anchorCtr="0" spcFirstLastPara="1">
            <a:normAutofit/>
          </a:bodyPr>
          <a:lstStyle>
            <a:lvl1pPr algn="ctr">
              <a:spcBef>
                <a:spcPts val="0"/>
              </a:spcBef>
              <a:spcAft>
                <a:spcPts val="0"/>
              </a:spcAft>
              <a:buNone/>
              <a:defRPr sz="3600"/>
            </a:lvl1pPr>
            <a:lvl2pPr algn="ctr">
              <a:spcBef>
                <a:spcPts val="0"/>
              </a:spcBef>
              <a:spcAft>
                <a:spcPts val="0"/>
              </a:spcAft>
              <a:buNone/>
              <a:defRPr sz="3600"/>
            </a:lvl2pPr>
            <a:lvl3pPr algn="ctr">
              <a:spcBef>
                <a:spcPts val="0"/>
              </a:spcBef>
              <a:spcAft>
                <a:spcPts val="0"/>
              </a:spcAft>
              <a:buNone/>
              <a:defRPr sz="3600"/>
            </a:lvl3pPr>
            <a:lvl4pPr algn="ctr">
              <a:spcBef>
                <a:spcPts val="0"/>
              </a:spcBef>
              <a:spcAft>
                <a:spcPts val="0"/>
              </a:spcAft>
              <a:buNone/>
              <a:defRPr sz="3600"/>
            </a:lvl4pPr>
            <a:lvl5pPr algn="ctr">
              <a:spcBef>
                <a:spcPts val="0"/>
              </a:spcBef>
              <a:spcAft>
                <a:spcPts val="0"/>
              </a:spcAft>
              <a:buNone/>
              <a:defRPr sz="3600"/>
            </a:lvl5pPr>
            <a:lvl6pPr algn="ctr">
              <a:spcBef>
                <a:spcPts val="0"/>
              </a:spcBef>
              <a:spcAft>
                <a:spcPts val="0"/>
              </a:spcAft>
              <a:buNone/>
              <a:defRPr sz="3600"/>
            </a:lvl6pPr>
            <a:lvl7pPr algn="ctr">
              <a:spcBef>
                <a:spcPts val="0"/>
              </a:spcBef>
              <a:spcAft>
                <a:spcPts val="0"/>
              </a:spcAft>
              <a:buNone/>
              <a:defRPr sz="3600"/>
            </a:lvl7pPr>
            <a:lvl8pPr algn="ctr">
              <a:spcBef>
                <a:spcPts val="0"/>
              </a:spcBef>
              <a:spcAft>
                <a:spcPts val="0"/>
              </a:spcAft>
              <a:buNone/>
              <a:defRPr sz="3600"/>
            </a:lvl8pPr>
            <a:lvl9pPr algn="ctr">
              <a:spcBef>
                <a:spcPts val="0"/>
              </a:spcBef>
              <a:spcAft>
                <a:spcPts val="0"/>
              </a:spcAft>
              <a:buNone/>
              <a:defRPr sz="3600"/>
            </a:lvl9pPr>
          </a:lstStyle>
          <a:p/>
        </p:txBody>
      </p:sp>
      <p:sp>
        <p:nvSpPr>
          <p:cNvPr id="15" name="Google Shape;15;p3"/>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EDCD0F9E-EF7E-4C26-8662-25A73F2263DD}" type="slidenum">
              <a:rPr lang="en-GB"/>
              <a:t>‹#›</a:t>
            </a:fld>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_AND_BODY">
    <p:spTree>
      <p:nvGrpSpPr>
        <p:cNvPr id="1" name=""/>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wrap="square" lIns="91425" tIns="91425" rIns="91425" bIns="91425" anchor="t" anchorCtr="0" spcFirstLastPara="1">
            <a:normAutofit/>
          </a:bodyPr>
          <a:lstStyle>
            <a:lvl1pPr>
              <a:spcBef>
                <a:spcPts val="0"/>
              </a:spcBef>
              <a:spcAft>
                <a:spcPts val="0"/>
              </a:spcAft>
              <a:buNone/>
            </a:lvl1pPr>
            <a:lvl2pPr>
              <a:spcBef>
                <a:spcPts val="0"/>
              </a:spcBef>
              <a:spcAft>
                <a:spcPts val="0"/>
              </a:spcAft>
              <a:buNone/>
            </a:lvl2pPr>
            <a:lvl3pPr>
              <a:spcBef>
                <a:spcPts val="0"/>
              </a:spcBef>
              <a:spcAft>
                <a:spcPts val="0"/>
              </a:spcAft>
              <a:buNone/>
            </a:lvl3pPr>
            <a:lvl4pPr>
              <a:spcBef>
                <a:spcPts val="0"/>
              </a:spcBef>
              <a:spcAft>
                <a:spcPts val="0"/>
              </a:spcAft>
              <a:buNone/>
            </a:lvl4pPr>
            <a:lvl5pPr>
              <a:spcBef>
                <a:spcPts val="0"/>
              </a:spcBef>
              <a:spcAft>
                <a:spcPts val="0"/>
              </a:spcAft>
              <a:buNone/>
            </a:lvl5pPr>
            <a:lvl6pPr>
              <a:spcBef>
                <a:spcPts val="0"/>
              </a:spcBef>
              <a:spcAft>
                <a:spcPts val="0"/>
              </a:spcAft>
              <a:buNone/>
            </a:lvl6pPr>
            <a:lvl7pPr>
              <a:spcBef>
                <a:spcPts val="0"/>
              </a:spcBef>
              <a:spcAft>
                <a:spcPts val="0"/>
              </a:spcAft>
              <a:buNone/>
            </a:lvl7pPr>
            <a:lvl8pPr>
              <a:spcBef>
                <a:spcPts val="0"/>
              </a:spcBef>
              <a:spcAft>
                <a:spcPts val="0"/>
              </a:spcAft>
              <a:buNone/>
            </a:lvl8pPr>
            <a:lvl9pPr>
              <a:spcBef>
                <a:spcPts val="0"/>
              </a:spcBef>
              <a:spcAft>
                <a:spcPts val="0"/>
              </a:spcAft>
              <a:buNone/>
            </a:lvl9pPr>
          </a:lstStyle>
          <a:p/>
        </p:txBody>
      </p:sp>
      <p:sp>
        <p:nvSpPr>
          <p:cNvPr id="18" name="Google Shape;18;p4"/>
          <p:cNvSpPr txBox="1">
            <a:spLocks noGrp="1"/>
          </p:cNvSpPr>
          <p:nvPr>
            <p:ph type="body" idx="1"/>
          </p:nvPr>
        </p:nvSpPr>
        <p:spPr>
          <a:xfrm>
            <a:off x="311700" y="1152475"/>
            <a:ext cx="8520600" cy="3416400"/>
          </a:xfrm>
          <a:prstGeom prst="rect">
            <a:avLst/>
          </a:prstGeom>
        </p:spPr>
        <p:txBody>
          <a:bodyPr wrap="square" lIns="91425" tIns="91425" rIns="91425" bIns="91425" anchor="t" anchorCtr="0" spcFirstLastPara="1">
            <a:normAutofit/>
          </a:bodyPr>
          <a:lstStyle>
            <a:lvl1pPr marL="457200" indent="-342900">
              <a:spcBef>
                <a:spcPts val="0"/>
              </a:spcBef>
              <a:spcAft>
                <a:spcPts val="0"/>
              </a:spcAft>
              <a:buChar char="●"/>
            </a:lvl1pPr>
            <a:lvl2pPr marL="914400" indent="-317500">
              <a:spcBef>
                <a:spcPts val="0"/>
              </a:spcBef>
              <a:spcAft>
                <a:spcPts val="0"/>
              </a:spcAft>
              <a:buChar char="○"/>
            </a:lvl2pPr>
            <a:lvl3pPr marL="1371600" indent="-317500">
              <a:spcBef>
                <a:spcPts val="0"/>
              </a:spcBef>
              <a:spcAft>
                <a:spcPts val="0"/>
              </a:spcAft>
              <a:buChar char="■"/>
            </a:lvl3pPr>
            <a:lvl4pPr marL="1828800" indent="-317500">
              <a:spcBef>
                <a:spcPts val="0"/>
              </a:spcBef>
              <a:spcAft>
                <a:spcPts val="0"/>
              </a:spcAft>
              <a:buChar char="●"/>
            </a:lvl4pPr>
            <a:lvl5pPr marL="2286000" indent="-317500">
              <a:spcBef>
                <a:spcPts val="0"/>
              </a:spcBef>
              <a:spcAft>
                <a:spcPts val="0"/>
              </a:spcAft>
              <a:buChar char="○"/>
            </a:lvl5pPr>
            <a:lvl6pPr marL="2743200" indent="-317500">
              <a:spcBef>
                <a:spcPts val="0"/>
              </a:spcBef>
              <a:spcAft>
                <a:spcPts val="0"/>
              </a:spcAft>
              <a:buChar char="■"/>
            </a:lvl6pPr>
            <a:lvl7pPr marL="3200400" indent="-317500">
              <a:spcBef>
                <a:spcPts val="0"/>
              </a:spcBef>
              <a:spcAft>
                <a:spcPts val="0"/>
              </a:spcAft>
              <a:buChar char="●"/>
            </a:lvl7pPr>
            <a:lvl8pPr marL="3657600" indent="-317500">
              <a:spcBef>
                <a:spcPts val="0"/>
              </a:spcBef>
              <a:spcAft>
                <a:spcPts val="0"/>
              </a:spcAft>
              <a:buChar char="○"/>
            </a:lvl8pPr>
            <a:lvl9pPr marL="4114800" indent="-317500">
              <a:spcBef>
                <a:spcPts val="0"/>
              </a:spcBef>
              <a:spcAft>
                <a:spcPts val="0"/>
              </a:spcAft>
              <a:buChar char="■"/>
            </a:lvl9pPr>
          </a:lstStyle>
          <a:p/>
        </p:txBody>
      </p:sp>
      <p:sp>
        <p:nvSpPr>
          <p:cNvPr id="19" name="Google Shape;19;p4"/>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87C18080-B33E-4073-8615-72D8F5AE8F78}" type="slidenum">
              <a:rPr lang="en-GB"/>
              <a:t>‹#›</a:t>
            </a:fld>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ITLE_AND_TWO_COLUMNS">
    <p:spTree>
      <p:nvGrpSpPr>
        <p:cNvPr id="1" name=""/>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wrap="square" lIns="91425" tIns="91425" rIns="91425" bIns="91425" anchor="t" anchorCtr="0" spcFirstLastPara="1">
            <a:normAutofit/>
          </a:bodyPr>
          <a:lstStyle>
            <a:lvl1pPr>
              <a:spcBef>
                <a:spcPts val="0"/>
              </a:spcBef>
              <a:spcAft>
                <a:spcPts val="0"/>
              </a:spcAft>
              <a:buNone/>
            </a:lvl1pPr>
            <a:lvl2pPr>
              <a:spcBef>
                <a:spcPts val="0"/>
              </a:spcBef>
              <a:spcAft>
                <a:spcPts val="0"/>
              </a:spcAft>
              <a:buNone/>
            </a:lvl2pPr>
            <a:lvl3pPr>
              <a:spcBef>
                <a:spcPts val="0"/>
              </a:spcBef>
              <a:spcAft>
                <a:spcPts val="0"/>
              </a:spcAft>
              <a:buNone/>
            </a:lvl3pPr>
            <a:lvl4pPr>
              <a:spcBef>
                <a:spcPts val="0"/>
              </a:spcBef>
              <a:spcAft>
                <a:spcPts val="0"/>
              </a:spcAft>
              <a:buNone/>
            </a:lvl4pPr>
            <a:lvl5pPr>
              <a:spcBef>
                <a:spcPts val="0"/>
              </a:spcBef>
              <a:spcAft>
                <a:spcPts val="0"/>
              </a:spcAft>
              <a:buNone/>
            </a:lvl5pPr>
            <a:lvl6pPr>
              <a:spcBef>
                <a:spcPts val="0"/>
              </a:spcBef>
              <a:spcAft>
                <a:spcPts val="0"/>
              </a:spcAft>
              <a:buNone/>
            </a:lvl6pPr>
            <a:lvl7pPr>
              <a:spcBef>
                <a:spcPts val="0"/>
              </a:spcBef>
              <a:spcAft>
                <a:spcPts val="0"/>
              </a:spcAft>
              <a:buNone/>
            </a:lvl7pPr>
            <a:lvl8pPr>
              <a:spcBef>
                <a:spcPts val="0"/>
              </a:spcBef>
              <a:spcAft>
                <a:spcPts val="0"/>
              </a:spcAft>
              <a:buNone/>
            </a:lvl8pPr>
            <a:lvl9pPr>
              <a:spcBef>
                <a:spcPts val="0"/>
              </a:spcBef>
              <a:spcAft>
                <a:spcPts val="0"/>
              </a:spcAft>
              <a:buNone/>
            </a:lvl9pPr>
          </a:lstStyle>
          <a:p/>
        </p:txBody>
      </p:sp>
      <p:sp>
        <p:nvSpPr>
          <p:cNvPr id="22" name="Google Shape;22;p5"/>
          <p:cNvSpPr txBox="1">
            <a:spLocks noGrp="1"/>
          </p:cNvSpPr>
          <p:nvPr>
            <p:ph type="body" idx="1"/>
          </p:nvPr>
        </p:nvSpPr>
        <p:spPr>
          <a:xfrm>
            <a:off x="311700" y="1152475"/>
            <a:ext cx="3999900" cy="3416400"/>
          </a:xfrm>
          <a:prstGeom prst="rect">
            <a:avLst/>
          </a:prstGeom>
        </p:spPr>
        <p:txBody>
          <a:bodyPr wrap="square" lIns="91425" tIns="91425" rIns="91425" bIns="91425" anchor="t" anchorCtr="0" spcFirstLastPara="1">
            <a:normAutofit/>
          </a:bodyPr>
          <a:lstStyle>
            <a:lvl1pPr marL="457200" indent="-317500">
              <a:spcBef>
                <a:spcPts val="0"/>
              </a:spcBef>
              <a:spcAft>
                <a:spcPts val="0"/>
              </a:spcAft>
              <a:buChar char="●"/>
              <a:defRPr sz="1400"/>
            </a:lvl1pPr>
            <a:lvl2pPr marL="914400" indent="-304800">
              <a:spcBef>
                <a:spcPts val="0"/>
              </a:spcBef>
              <a:spcAft>
                <a:spcPts val="0"/>
              </a:spcAft>
              <a:buChar char="○"/>
              <a:defRPr sz="1200"/>
            </a:lvl2pPr>
            <a:lvl3pPr marL="1371600" indent="-304800">
              <a:spcBef>
                <a:spcPts val="0"/>
              </a:spcBef>
              <a:spcAft>
                <a:spcPts val="0"/>
              </a:spcAft>
              <a:buChar char="■"/>
              <a:defRPr sz="1200"/>
            </a:lvl3pPr>
            <a:lvl4pPr marL="1828800" indent="-304800">
              <a:spcBef>
                <a:spcPts val="0"/>
              </a:spcBef>
              <a:spcAft>
                <a:spcPts val="0"/>
              </a:spcAft>
              <a:buChar char="●"/>
              <a:defRPr sz="1200"/>
            </a:lvl4pPr>
            <a:lvl5pPr marL="2286000" indent="-304800">
              <a:spcBef>
                <a:spcPts val="0"/>
              </a:spcBef>
              <a:spcAft>
                <a:spcPts val="0"/>
              </a:spcAft>
              <a:buChar char="○"/>
              <a:defRPr sz="1200"/>
            </a:lvl5pPr>
            <a:lvl6pPr marL="2743200" indent="-304800">
              <a:spcBef>
                <a:spcPts val="0"/>
              </a:spcBef>
              <a:spcAft>
                <a:spcPts val="0"/>
              </a:spcAft>
              <a:buChar char="■"/>
              <a:defRPr sz="1200"/>
            </a:lvl6pPr>
            <a:lvl7pPr marL="3200400" indent="-304800">
              <a:spcBef>
                <a:spcPts val="0"/>
              </a:spcBef>
              <a:spcAft>
                <a:spcPts val="0"/>
              </a:spcAft>
              <a:buChar char="●"/>
              <a:defRPr sz="1200"/>
            </a:lvl7pPr>
            <a:lvl8pPr marL="3657600" indent="-304800">
              <a:spcBef>
                <a:spcPts val="0"/>
              </a:spcBef>
              <a:spcAft>
                <a:spcPts val="0"/>
              </a:spcAft>
              <a:buChar char="○"/>
              <a:defRPr sz="1200"/>
            </a:lvl8pPr>
            <a:lvl9pPr marL="4114800" indent="-304800">
              <a:spcBef>
                <a:spcPts val="0"/>
              </a:spcBef>
              <a:spcAft>
                <a:spcPts val="0"/>
              </a:spcAft>
              <a:buChar char="■"/>
              <a:defRPr sz="1200"/>
            </a:lvl9pPr>
          </a:lstStyle>
          <a:p/>
        </p:txBody>
      </p:sp>
      <p:sp>
        <p:nvSpPr>
          <p:cNvPr id="23" name="Google Shape;23;p5"/>
          <p:cNvSpPr txBox="1">
            <a:spLocks noGrp="1"/>
          </p:cNvSpPr>
          <p:nvPr>
            <p:ph type="body" idx="2"/>
          </p:nvPr>
        </p:nvSpPr>
        <p:spPr>
          <a:xfrm>
            <a:off x="4832400" y="1152475"/>
            <a:ext cx="3999900" cy="3416400"/>
          </a:xfrm>
          <a:prstGeom prst="rect">
            <a:avLst/>
          </a:prstGeom>
        </p:spPr>
        <p:txBody>
          <a:bodyPr wrap="square" lIns="91425" tIns="91425" rIns="91425" bIns="91425" anchor="t" anchorCtr="0" spcFirstLastPara="1">
            <a:normAutofit/>
          </a:bodyPr>
          <a:lstStyle>
            <a:lvl1pPr marL="457200" indent="-317500">
              <a:spcBef>
                <a:spcPts val="0"/>
              </a:spcBef>
              <a:spcAft>
                <a:spcPts val="0"/>
              </a:spcAft>
              <a:buChar char="●"/>
              <a:defRPr sz="1400"/>
            </a:lvl1pPr>
            <a:lvl2pPr marL="914400" indent="-304800">
              <a:spcBef>
                <a:spcPts val="0"/>
              </a:spcBef>
              <a:spcAft>
                <a:spcPts val="0"/>
              </a:spcAft>
              <a:buChar char="○"/>
              <a:defRPr sz="1200"/>
            </a:lvl2pPr>
            <a:lvl3pPr marL="1371600" indent="-304800">
              <a:spcBef>
                <a:spcPts val="0"/>
              </a:spcBef>
              <a:spcAft>
                <a:spcPts val="0"/>
              </a:spcAft>
              <a:buChar char="■"/>
              <a:defRPr sz="1200"/>
            </a:lvl3pPr>
            <a:lvl4pPr marL="1828800" indent="-304800">
              <a:spcBef>
                <a:spcPts val="0"/>
              </a:spcBef>
              <a:spcAft>
                <a:spcPts val="0"/>
              </a:spcAft>
              <a:buChar char="●"/>
              <a:defRPr sz="1200"/>
            </a:lvl4pPr>
            <a:lvl5pPr marL="2286000" indent="-304800">
              <a:spcBef>
                <a:spcPts val="0"/>
              </a:spcBef>
              <a:spcAft>
                <a:spcPts val="0"/>
              </a:spcAft>
              <a:buChar char="○"/>
              <a:defRPr sz="1200"/>
            </a:lvl5pPr>
            <a:lvl6pPr marL="2743200" indent="-304800">
              <a:spcBef>
                <a:spcPts val="0"/>
              </a:spcBef>
              <a:spcAft>
                <a:spcPts val="0"/>
              </a:spcAft>
              <a:buChar char="■"/>
              <a:defRPr sz="1200"/>
            </a:lvl6pPr>
            <a:lvl7pPr marL="3200400" indent="-304800">
              <a:spcBef>
                <a:spcPts val="0"/>
              </a:spcBef>
              <a:spcAft>
                <a:spcPts val="0"/>
              </a:spcAft>
              <a:buChar char="●"/>
              <a:defRPr sz="1200"/>
            </a:lvl7pPr>
            <a:lvl8pPr marL="3657600" indent="-304800">
              <a:spcBef>
                <a:spcPts val="0"/>
              </a:spcBef>
              <a:spcAft>
                <a:spcPts val="0"/>
              </a:spcAft>
              <a:buChar char="○"/>
              <a:defRPr sz="1200"/>
            </a:lvl8pPr>
            <a:lvl9pPr marL="4114800" indent="-304800">
              <a:spcBef>
                <a:spcPts val="0"/>
              </a:spcBef>
              <a:spcAft>
                <a:spcPts val="0"/>
              </a:spcAft>
              <a:buChar char="■"/>
              <a:defRPr sz="1200"/>
            </a:lvl9pPr>
          </a:lstStyle>
          <a:p/>
        </p:txBody>
      </p:sp>
      <p:sp>
        <p:nvSpPr>
          <p:cNvPr id="24" name="Google Shape;24;p5"/>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85CB9569-04AF-4288-8880-64CE52ABE7A3}" type="slidenum">
              <a:rPr lang="en-GB"/>
              <a:t>‹#›</a:t>
            </a:fld>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_ONLY">
    <p:spTree>
      <p:nvGrpSpPr>
        <p:cNvPr id="1" name=""/>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wrap="square" lIns="91425" tIns="91425" rIns="91425" bIns="91425" anchor="t" anchorCtr="0" spcFirstLastPara="1">
            <a:normAutofit/>
          </a:bodyPr>
          <a:lstStyle>
            <a:lvl1pPr>
              <a:spcBef>
                <a:spcPts val="0"/>
              </a:spcBef>
              <a:spcAft>
                <a:spcPts val="0"/>
              </a:spcAft>
              <a:buNone/>
            </a:lvl1pPr>
            <a:lvl2pPr>
              <a:spcBef>
                <a:spcPts val="0"/>
              </a:spcBef>
              <a:spcAft>
                <a:spcPts val="0"/>
              </a:spcAft>
              <a:buNone/>
            </a:lvl2pPr>
            <a:lvl3pPr>
              <a:spcBef>
                <a:spcPts val="0"/>
              </a:spcBef>
              <a:spcAft>
                <a:spcPts val="0"/>
              </a:spcAft>
              <a:buNone/>
            </a:lvl3pPr>
            <a:lvl4pPr>
              <a:spcBef>
                <a:spcPts val="0"/>
              </a:spcBef>
              <a:spcAft>
                <a:spcPts val="0"/>
              </a:spcAft>
              <a:buNone/>
            </a:lvl4pPr>
            <a:lvl5pPr>
              <a:spcBef>
                <a:spcPts val="0"/>
              </a:spcBef>
              <a:spcAft>
                <a:spcPts val="0"/>
              </a:spcAft>
              <a:buNone/>
            </a:lvl5pPr>
            <a:lvl6pPr>
              <a:spcBef>
                <a:spcPts val="0"/>
              </a:spcBef>
              <a:spcAft>
                <a:spcPts val="0"/>
              </a:spcAft>
              <a:buNone/>
            </a:lvl6pPr>
            <a:lvl7pPr>
              <a:spcBef>
                <a:spcPts val="0"/>
              </a:spcBef>
              <a:spcAft>
                <a:spcPts val="0"/>
              </a:spcAft>
              <a:buNone/>
            </a:lvl7pPr>
            <a:lvl8pPr>
              <a:spcBef>
                <a:spcPts val="0"/>
              </a:spcBef>
              <a:spcAft>
                <a:spcPts val="0"/>
              </a:spcAft>
              <a:buNone/>
            </a:lvl8pPr>
            <a:lvl9pPr>
              <a:spcBef>
                <a:spcPts val="0"/>
              </a:spcBef>
              <a:spcAft>
                <a:spcPts val="0"/>
              </a:spcAft>
              <a:buNone/>
            </a:lvl9pPr>
          </a:lstStyle>
          <a:p/>
        </p:txBody>
      </p:sp>
      <p:sp>
        <p:nvSpPr>
          <p:cNvPr id="27" name="Google Shape;27;p6"/>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BF533E07-937E-4FED-8300-891295843456}" type="slidenum">
              <a:rPr lang="en-GB"/>
              <a:t>‹#›</a:t>
            </a:fld>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cust">
  <p:cSld name="ONE_COLUMN_TEXT">
    <p:spTree>
      <p:nvGrpSpPr>
        <p:cNvPr id="1" name=""/>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wrap="square" lIns="91425" tIns="91425" rIns="91425" bIns="91425" anchor="b" anchorCtr="0" spcFirstLastPara="1">
            <a:normAutofit/>
          </a:bodyPr>
          <a:lstStyle>
            <a:lvl1pPr>
              <a:spcBef>
                <a:spcPts val="0"/>
              </a:spcBef>
              <a:spcAft>
                <a:spcPts val="0"/>
              </a:spcAft>
              <a:buNone/>
              <a:defRPr sz="2400"/>
            </a:lvl1pPr>
            <a:lvl2pPr>
              <a:spcBef>
                <a:spcPts val="0"/>
              </a:spcBef>
              <a:spcAft>
                <a:spcPts val="0"/>
              </a:spcAft>
              <a:buNone/>
              <a:defRPr sz="2400"/>
            </a:lvl2pPr>
            <a:lvl3pPr>
              <a:spcBef>
                <a:spcPts val="0"/>
              </a:spcBef>
              <a:spcAft>
                <a:spcPts val="0"/>
              </a:spcAft>
              <a:buNone/>
              <a:defRPr sz="2400"/>
            </a:lvl3pPr>
            <a:lvl4pPr>
              <a:spcBef>
                <a:spcPts val="0"/>
              </a:spcBef>
              <a:spcAft>
                <a:spcPts val="0"/>
              </a:spcAft>
              <a:buNone/>
              <a:defRPr sz="2400"/>
            </a:lvl4pPr>
            <a:lvl5pPr>
              <a:spcBef>
                <a:spcPts val="0"/>
              </a:spcBef>
              <a:spcAft>
                <a:spcPts val="0"/>
              </a:spcAft>
              <a:buNone/>
              <a:defRPr sz="2400"/>
            </a:lvl5pPr>
            <a:lvl6pPr>
              <a:spcBef>
                <a:spcPts val="0"/>
              </a:spcBef>
              <a:spcAft>
                <a:spcPts val="0"/>
              </a:spcAft>
              <a:buNone/>
              <a:defRPr sz="2400"/>
            </a:lvl6pPr>
            <a:lvl7pPr>
              <a:spcBef>
                <a:spcPts val="0"/>
              </a:spcBef>
              <a:spcAft>
                <a:spcPts val="0"/>
              </a:spcAft>
              <a:buNone/>
              <a:defRPr sz="2400"/>
            </a:lvl7pPr>
            <a:lvl8pPr>
              <a:spcBef>
                <a:spcPts val="0"/>
              </a:spcBef>
              <a:spcAft>
                <a:spcPts val="0"/>
              </a:spcAft>
              <a:buNone/>
              <a:defRPr sz="2400"/>
            </a:lvl8pPr>
            <a:lvl9pPr>
              <a:spcBef>
                <a:spcPts val="0"/>
              </a:spcBef>
              <a:spcAft>
                <a:spcPts val="0"/>
              </a:spcAft>
              <a:buNone/>
              <a:defRPr sz="2400"/>
            </a:lvl9pPr>
          </a:lstStyle>
          <a:p/>
        </p:txBody>
      </p:sp>
      <p:sp>
        <p:nvSpPr>
          <p:cNvPr id="30" name="Google Shape;30;p7"/>
          <p:cNvSpPr txBox="1">
            <a:spLocks noGrp="1"/>
          </p:cNvSpPr>
          <p:nvPr>
            <p:ph type="body" idx="1"/>
          </p:nvPr>
        </p:nvSpPr>
        <p:spPr>
          <a:xfrm>
            <a:off x="311700" y="1389600"/>
            <a:ext cx="2808000" cy="3179400"/>
          </a:xfrm>
          <a:prstGeom prst="rect">
            <a:avLst/>
          </a:prstGeom>
        </p:spPr>
        <p:txBody>
          <a:bodyPr wrap="square" lIns="91425" tIns="91425" rIns="91425" bIns="91425" anchor="t" anchorCtr="0" spcFirstLastPara="1">
            <a:normAutofit/>
          </a:bodyPr>
          <a:lstStyle>
            <a:lvl1pPr marL="457200" indent="-304800">
              <a:spcBef>
                <a:spcPts val="0"/>
              </a:spcBef>
              <a:spcAft>
                <a:spcPts val="0"/>
              </a:spcAft>
              <a:buChar char="●"/>
              <a:defRPr sz="1200"/>
            </a:lvl1pPr>
            <a:lvl2pPr marL="914400" indent="-304800">
              <a:spcBef>
                <a:spcPts val="0"/>
              </a:spcBef>
              <a:spcAft>
                <a:spcPts val="0"/>
              </a:spcAft>
              <a:buChar char="○"/>
              <a:defRPr sz="1200"/>
            </a:lvl2pPr>
            <a:lvl3pPr marL="1371600" indent="-304800">
              <a:spcBef>
                <a:spcPts val="0"/>
              </a:spcBef>
              <a:spcAft>
                <a:spcPts val="0"/>
              </a:spcAft>
              <a:buChar char="■"/>
              <a:defRPr sz="1200"/>
            </a:lvl3pPr>
            <a:lvl4pPr marL="1828800" indent="-304800">
              <a:spcBef>
                <a:spcPts val="0"/>
              </a:spcBef>
              <a:spcAft>
                <a:spcPts val="0"/>
              </a:spcAft>
              <a:buChar char="●"/>
              <a:defRPr sz="1200"/>
            </a:lvl4pPr>
            <a:lvl5pPr marL="2286000" indent="-304800">
              <a:spcBef>
                <a:spcPts val="0"/>
              </a:spcBef>
              <a:spcAft>
                <a:spcPts val="0"/>
              </a:spcAft>
              <a:buChar char="○"/>
              <a:defRPr sz="1200"/>
            </a:lvl5pPr>
            <a:lvl6pPr marL="2743200" indent="-304800">
              <a:spcBef>
                <a:spcPts val="0"/>
              </a:spcBef>
              <a:spcAft>
                <a:spcPts val="0"/>
              </a:spcAft>
              <a:buChar char="■"/>
              <a:defRPr sz="1200"/>
            </a:lvl6pPr>
            <a:lvl7pPr marL="3200400" indent="-304800">
              <a:spcBef>
                <a:spcPts val="0"/>
              </a:spcBef>
              <a:spcAft>
                <a:spcPts val="0"/>
              </a:spcAft>
              <a:buChar char="●"/>
              <a:defRPr sz="1200"/>
            </a:lvl7pPr>
            <a:lvl8pPr marL="3657600" indent="-304800">
              <a:spcBef>
                <a:spcPts val="0"/>
              </a:spcBef>
              <a:spcAft>
                <a:spcPts val="0"/>
              </a:spcAft>
              <a:buChar char="○"/>
              <a:defRPr sz="1200"/>
            </a:lvl8pPr>
            <a:lvl9pPr marL="4114800" indent="-304800">
              <a:spcBef>
                <a:spcPts val="0"/>
              </a:spcBef>
              <a:spcAft>
                <a:spcPts val="0"/>
              </a:spcAft>
              <a:buChar char="■"/>
              <a:defRPr sz="1200"/>
            </a:lvl9pPr>
          </a:lstStyle>
          <a:p/>
        </p:txBody>
      </p:sp>
      <p:sp>
        <p:nvSpPr>
          <p:cNvPr id="31" name="Google Shape;31;p7"/>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7A28B55B-FA15-48BA-860D-0231187503D9}" type="slidenum">
              <a:rPr lang="en-GB"/>
              <a:t>‹#›</a:t>
            </a:fld>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ust">
  <p:cSld name="MAIN_POINT">
    <p:spTree>
      <p:nvGrpSpPr>
        <p:cNvPr id="1" name=""/>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wrap="square" lIns="91425" tIns="91425" rIns="91425" bIns="91425" anchor="ctr" anchorCtr="0" spcFirstLastPara="1">
            <a:normAutofit/>
          </a:bodyPr>
          <a:lstStyle>
            <a:lvl1pPr>
              <a:spcBef>
                <a:spcPts val="0"/>
              </a:spcBef>
              <a:spcAft>
                <a:spcPts val="0"/>
              </a:spcAft>
              <a:buNone/>
              <a:defRPr sz="4800"/>
            </a:lvl1pPr>
            <a:lvl2pPr>
              <a:spcBef>
                <a:spcPts val="0"/>
              </a:spcBef>
              <a:spcAft>
                <a:spcPts val="0"/>
              </a:spcAft>
              <a:buNone/>
              <a:defRPr sz="4800"/>
            </a:lvl2pPr>
            <a:lvl3pPr>
              <a:spcBef>
                <a:spcPts val="0"/>
              </a:spcBef>
              <a:spcAft>
                <a:spcPts val="0"/>
              </a:spcAft>
              <a:buNone/>
              <a:defRPr sz="4800"/>
            </a:lvl3pPr>
            <a:lvl4pPr>
              <a:spcBef>
                <a:spcPts val="0"/>
              </a:spcBef>
              <a:spcAft>
                <a:spcPts val="0"/>
              </a:spcAft>
              <a:buNone/>
              <a:defRPr sz="4800"/>
            </a:lvl4pPr>
            <a:lvl5pPr>
              <a:spcBef>
                <a:spcPts val="0"/>
              </a:spcBef>
              <a:spcAft>
                <a:spcPts val="0"/>
              </a:spcAft>
              <a:buNone/>
              <a:defRPr sz="4800"/>
            </a:lvl5pPr>
            <a:lvl6pPr>
              <a:spcBef>
                <a:spcPts val="0"/>
              </a:spcBef>
              <a:spcAft>
                <a:spcPts val="0"/>
              </a:spcAft>
              <a:buNone/>
              <a:defRPr sz="4800"/>
            </a:lvl6pPr>
            <a:lvl7pPr>
              <a:spcBef>
                <a:spcPts val="0"/>
              </a:spcBef>
              <a:spcAft>
                <a:spcPts val="0"/>
              </a:spcAft>
              <a:buNone/>
              <a:defRPr sz="4800"/>
            </a:lvl7pPr>
            <a:lvl8pPr>
              <a:spcBef>
                <a:spcPts val="0"/>
              </a:spcBef>
              <a:spcAft>
                <a:spcPts val="0"/>
              </a:spcAft>
              <a:buNone/>
              <a:defRPr sz="4800"/>
            </a:lvl8pPr>
            <a:lvl9pPr>
              <a:spcBef>
                <a:spcPts val="0"/>
              </a:spcBef>
              <a:spcAft>
                <a:spcPts val="0"/>
              </a:spcAft>
              <a:buNone/>
              <a:defRPr sz="4800"/>
            </a:lvl9pPr>
          </a:lstStyle>
          <a:p/>
        </p:txBody>
      </p:sp>
      <p:sp>
        <p:nvSpPr>
          <p:cNvPr id="34" name="Google Shape;34;p8"/>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00E0EBC0-ADA9-4FA7-889C-9287646BC794}" type="slidenum">
              <a:rPr lang="en-GB"/>
              <a:t>‹#›</a:t>
            </a:fld>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ust">
  <p:cSld name="SECTION_TITLE_AND_DESCRIPTION">
    <p:spTree>
      <p:nvGrpSpPr>
        <p:cNvPr id="1" name=""/>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wrap="square" lIns="91425" tIns="91425" rIns="91425" bIns="91425" anchor="ctr" anchorCtr="0" spcFirstLastPara="1">
            <a:noAutofit/>
          </a:bodyPr>
          <a:lstStyle/>
          <a:p>
            <a:pPr marL="0" indent="0" algn="l" rtl="0">
              <a:spcBef>
                <a:spcPts val="0"/>
              </a:spcBef>
              <a:spcAft>
                <a:spcPts val="0"/>
              </a:spcAft>
              <a:buNone/>
            </a:pPr>
          </a:p>
        </p:txBody>
      </p:sp>
      <p:sp>
        <p:nvSpPr>
          <p:cNvPr id="37" name="Google Shape;37;p9"/>
          <p:cNvSpPr txBox="1">
            <a:spLocks noGrp="1"/>
          </p:cNvSpPr>
          <p:nvPr>
            <p:ph type="title"/>
          </p:nvPr>
        </p:nvSpPr>
        <p:spPr>
          <a:xfrm>
            <a:off x="265500" y="1233175"/>
            <a:ext cx="4045200" cy="1482300"/>
          </a:xfrm>
          <a:prstGeom prst="rect">
            <a:avLst/>
          </a:prstGeom>
        </p:spPr>
        <p:txBody>
          <a:bodyPr wrap="square" lIns="91425" tIns="91425" rIns="91425" bIns="91425" anchor="b" anchorCtr="0" spcFirstLastPara="1">
            <a:normAutofit/>
          </a:bodyPr>
          <a:lstStyle>
            <a:lvl1pPr algn="ctr">
              <a:spcBef>
                <a:spcPts val="0"/>
              </a:spcBef>
              <a:spcAft>
                <a:spcPts val="0"/>
              </a:spcAft>
              <a:buNone/>
              <a:defRPr sz="4200"/>
            </a:lvl1pPr>
            <a:lvl2pPr algn="ctr">
              <a:spcBef>
                <a:spcPts val="0"/>
              </a:spcBef>
              <a:spcAft>
                <a:spcPts val="0"/>
              </a:spcAft>
              <a:buNone/>
              <a:defRPr sz="4200"/>
            </a:lvl2pPr>
            <a:lvl3pPr algn="ctr">
              <a:spcBef>
                <a:spcPts val="0"/>
              </a:spcBef>
              <a:spcAft>
                <a:spcPts val="0"/>
              </a:spcAft>
              <a:buNone/>
              <a:defRPr sz="4200"/>
            </a:lvl3pPr>
            <a:lvl4pPr algn="ctr">
              <a:spcBef>
                <a:spcPts val="0"/>
              </a:spcBef>
              <a:spcAft>
                <a:spcPts val="0"/>
              </a:spcAft>
              <a:buNone/>
              <a:defRPr sz="4200"/>
            </a:lvl4pPr>
            <a:lvl5pPr algn="ctr">
              <a:spcBef>
                <a:spcPts val="0"/>
              </a:spcBef>
              <a:spcAft>
                <a:spcPts val="0"/>
              </a:spcAft>
              <a:buNone/>
              <a:defRPr sz="4200"/>
            </a:lvl5pPr>
            <a:lvl6pPr algn="ctr">
              <a:spcBef>
                <a:spcPts val="0"/>
              </a:spcBef>
              <a:spcAft>
                <a:spcPts val="0"/>
              </a:spcAft>
              <a:buNone/>
              <a:defRPr sz="4200"/>
            </a:lvl6pPr>
            <a:lvl7pPr algn="ctr">
              <a:spcBef>
                <a:spcPts val="0"/>
              </a:spcBef>
              <a:spcAft>
                <a:spcPts val="0"/>
              </a:spcAft>
              <a:buNone/>
              <a:defRPr sz="4200"/>
            </a:lvl7pPr>
            <a:lvl8pPr algn="ctr">
              <a:spcBef>
                <a:spcPts val="0"/>
              </a:spcBef>
              <a:spcAft>
                <a:spcPts val="0"/>
              </a:spcAft>
              <a:buNone/>
              <a:defRPr sz="4200"/>
            </a:lvl8pPr>
            <a:lvl9pPr algn="ctr">
              <a:spcBef>
                <a:spcPts val="0"/>
              </a:spcBef>
              <a:spcAft>
                <a:spcPts val="0"/>
              </a:spcAft>
              <a:buNone/>
              <a:defRPr sz="4200"/>
            </a:lvl9pPr>
          </a:lstStyle>
          <a:p/>
        </p:txBody>
      </p:sp>
      <p:sp>
        <p:nvSpPr>
          <p:cNvPr id="38" name="Google Shape;38;p9"/>
          <p:cNvSpPr txBox="1">
            <a:spLocks noGrp="1"/>
          </p:cNvSpPr>
          <p:nvPr>
            <p:ph type="subTitle" idx="1"/>
          </p:nvPr>
        </p:nvSpPr>
        <p:spPr>
          <a:xfrm>
            <a:off x="265500" y="2803075"/>
            <a:ext cx="4045200" cy="1235100"/>
          </a:xfrm>
          <a:prstGeom prst="rect">
            <a:avLst/>
          </a:prstGeom>
        </p:spPr>
        <p:txBody>
          <a:bodyPr wrap="square" lIns="91425" tIns="91425" rIns="91425" bIns="91425" anchor="t" anchorCtr="0" spcFirstLastPara="1">
            <a:normAutofit/>
          </a:bodyPr>
          <a:lstStyle>
            <a:lvl1pPr algn="ctr">
              <a:lnSpc>
                <a:spcPct val="100000"/>
              </a:lnSpc>
              <a:spcBef>
                <a:spcPts val="0"/>
              </a:spcBef>
              <a:spcAft>
                <a:spcPts val="0"/>
              </a:spcAft>
              <a:buNone/>
              <a:defRPr sz="2100"/>
            </a:lvl1pPr>
            <a:lvl2pPr algn="ctr">
              <a:lnSpc>
                <a:spcPct val="100000"/>
              </a:lnSpc>
              <a:spcBef>
                <a:spcPts val="0"/>
              </a:spcBef>
              <a:spcAft>
                <a:spcPts val="0"/>
              </a:spcAft>
              <a:buNone/>
              <a:defRPr sz="2100"/>
            </a:lvl2pPr>
            <a:lvl3pPr algn="ctr">
              <a:lnSpc>
                <a:spcPct val="100000"/>
              </a:lnSpc>
              <a:spcBef>
                <a:spcPts val="0"/>
              </a:spcBef>
              <a:spcAft>
                <a:spcPts val="0"/>
              </a:spcAft>
              <a:buNone/>
              <a:defRPr sz="2100"/>
            </a:lvl3pPr>
            <a:lvl4pPr algn="ctr">
              <a:lnSpc>
                <a:spcPct val="100000"/>
              </a:lnSpc>
              <a:spcBef>
                <a:spcPts val="0"/>
              </a:spcBef>
              <a:spcAft>
                <a:spcPts val="0"/>
              </a:spcAft>
              <a:buNone/>
              <a:defRPr sz="2100"/>
            </a:lvl4pPr>
            <a:lvl5pPr algn="ctr">
              <a:lnSpc>
                <a:spcPct val="100000"/>
              </a:lnSpc>
              <a:spcBef>
                <a:spcPts val="0"/>
              </a:spcBef>
              <a:spcAft>
                <a:spcPts val="0"/>
              </a:spcAft>
              <a:buNone/>
              <a:defRPr sz="2100"/>
            </a:lvl5pPr>
            <a:lvl6pPr algn="ctr">
              <a:lnSpc>
                <a:spcPct val="100000"/>
              </a:lnSpc>
              <a:spcBef>
                <a:spcPts val="0"/>
              </a:spcBef>
              <a:spcAft>
                <a:spcPts val="0"/>
              </a:spcAft>
              <a:buNone/>
              <a:defRPr sz="2100"/>
            </a:lvl6pPr>
            <a:lvl7pPr algn="ctr">
              <a:lnSpc>
                <a:spcPct val="100000"/>
              </a:lnSpc>
              <a:spcBef>
                <a:spcPts val="0"/>
              </a:spcBef>
              <a:spcAft>
                <a:spcPts val="0"/>
              </a:spcAft>
              <a:buNone/>
              <a:defRPr sz="2100"/>
            </a:lvl7pPr>
            <a:lvl8pPr algn="ctr">
              <a:lnSpc>
                <a:spcPct val="100000"/>
              </a:lnSpc>
              <a:spcBef>
                <a:spcPts val="0"/>
              </a:spcBef>
              <a:spcAft>
                <a:spcPts val="0"/>
              </a:spcAft>
              <a:buNone/>
              <a:defRPr sz="2100"/>
            </a:lvl8pPr>
            <a:lvl9pPr algn="ctr">
              <a:lnSpc>
                <a:spcPct val="100000"/>
              </a:lnSpc>
              <a:spcBef>
                <a:spcPts val="0"/>
              </a:spcBef>
              <a:spcAft>
                <a:spcPts val="0"/>
              </a:spcAft>
              <a:buNone/>
              <a:defRPr sz="2100"/>
            </a:lvl9pPr>
          </a:lstStyle>
          <a:p/>
        </p:txBody>
      </p:sp>
      <p:sp>
        <p:nvSpPr>
          <p:cNvPr id="39" name="Google Shape;39;p9"/>
          <p:cNvSpPr txBox="1">
            <a:spLocks noGrp="1"/>
          </p:cNvSpPr>
          <p:nvPr>
            <p:ph type="body" idx="2"/>
          </p:nvPr>
        </p:nvSpPr>
        <p:spPr>
          <a:xfrm>
            <a:off x="4939500" y="724075"/>
            <a:ext cx="3837000" cy="3695100"/>
          </a:xfrm>
          <a:prstGeom prst="rect">
            <a:avLst/>
          </a:prstGeom>
        </p:spPr>
        <p:txBody>
          <a:bodyPr wrap="square" lIns="91425" tIns="91425" rIns="91425" bIns="91425" anchor="ctr" anchorCtr="0" spcFirstLastPara="1">
            <a:normAutofit/>
          </a:bodyPr>
          <a:lstStyle>
            <a:lvl1pPr marL="457200" indent="-342900">
              <a:spcBef>
                <a:spcPts val="0"/>
              </a:spcBef>
              <a:spcAft>
                <a:spcPts val="0"/>
              </a:spcAft>
              <a:buChar char="●"/>
            </a:lvl1pPr>
            <a:lvl2pPr marL="914400" indent="-317500">
              <a:spcBef>
                <a:spcPts val="0"/>
              </a:spcBef>
              <a:spcAft>
                <a:spcPts val="0"/>
              </a:spcAft>
              <a:buChar char="○"/>
            </a:lvl2pPr>
            <a:lvl3pPr marL="1371600" indent="-317500">
              <a:spcBef>
                <a:spcPts val="0"/>
              </a:spcBef>
              <a:spcAft>
                <a:spcPts val="0"/>
              </a:spcAft>
              <a:buChar char="■"/>
            </a:lvl3pPr>
            <a:lvl4pPr marL="1828800" indent="-317500">
              <a:spcBef>
                <a:spcPts val="0"/>
              </a:spcBef>
              <a:spcAft>
                <a:spcPts val="0"/>
              </a:spcAft>
              <a:buChar char="●"/>
            </a:lvl4pPr>
            <a:lvl5pPr marL="2286000" indent="-317500">
              <a:spcBef>
                <a:spcPts val="0"/>
              </a:spcBef>
              <a:spcAft>
                <a:spcPts val="0"/>
              </a:spcAft>
              <a:buChar char="○"/>
            </a:lvl5pPr>
            <a:lvl6pPr marL="2743200" indent="-317500">
              <a:spcBef>
                <a:spcPts val="0"/>
              </a:spcBef>
              <a:spcAft>
                <a:spcPts val="0"/>
              </a:spcAft>
              <a:buChar char="■"/>
            </a:lvl6pPr>
            <a:lvl7pPr marL="3200400" indent="-317500">
              <a:spcBef>
                <a:spcPts val="0"/>
              </a:spcBef>
              <a:spcAft>
                <a:spcPts val="0"/>
              </a:spcAft>
              <a:buChar char="●"/>
            </a:lvl7pPr>
            <a:lvl8pPr marL="3657600" indent="-317500">
              <a:spcBef>
                <a:spcPts val="0"/>
              </a:spcBef>
              <a:spcAft>
                <a:spcPts val="0"/>
              </a:spcAft>
              <a:buChar char="○"/>
            </a:lvl8pPr>
            <a:lvl9pPr marL="4114800" indent="-317500">
              <a:spcBef>
                <a:spcPts val="0"/>
              </a:spcBef>
              <a:spcAft>
                <a:spcPts val="0"/>
              </a:spcAft>
              <a:buChar char="■"/>
            </a:lvl9pPr>
          </a:lstStyle>
          <a:p/>
        </p:txBody>
      </p:sp>
      <p:sp>
        <p:nvSpPr>
          <p:cNvPr id="40" name="Google Shape;40;p9"/>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7DA25AB8-FB3A-479C-8780-0B7E5F586C0F}" type="slidenum">
              <a:rPr lang="en-GB"/>
              <a:t>‹#›</a:t>
            </a:fld>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cust">
  <p:cSld name="CAPTION_ONLY">
    <p:spTree>
      <p:nvGrpSpPr>
        <p:cNvPr id="1" name=""/>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wrap="square" lIns="91425" tIns="91425" rIns="91425" bIns="91425" anchor="ctr" anchorCtr="0" spcFirstLastPara="1">
            <a:normAutofit/>
          </a:bodyPr>
          <a:lstStyle>
            <a:lvl1pPr marL="457200" indent="-228600">
              <a:lnSpc>
                <a:spcPct val="100000"/>
              </a:lnSpc>
              <a:spcBef>
                <a:spcPts val="0"/>
              </a:spcBef>
              <a:spcAft>
                <a:spcPts val="0"/>
              </a:spcAft>
              <a:buNone/>
            </a:lvl1pPr>
          </a:lstStyle>
          <a:p/>
        </p:txBody>
      </p:sp>
      <p:sp>
        <p:nvSpPr>
          <p:cNvPr id="43" name="Google Shape;43;p10"/>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5AEFC29A-6C4F-4141-86E3-1A3E2D58E3A2}" type="slidenum">
              <a:rPr lang="en-GB"/>
              <a:t>‹#›</a:t>
            </a:fld>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cust">
  <p:cSld name="BIG_NUMBER">
    <p:spTree>
      <p:nvGrpSpPr>
        <p:cNvPr id="1" name=""/>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wrap="square" lIns="91425" tIns="91425" rIns="91425" bIns="91425" anchor="b" anchorCtr="0" spcFirstLastPara="1">
            <a:normAutofit/>
          </a:bodyPr>
          <a:lstStyle>
            <a:lvl1pPr algn="ctr">
              <a:spcBef>
                <a:spcPts val="0"/>
              </a:spcBef>
              <a:spcAft>
                <a:spcPts val="0"/>
              </a:spcAft>
              <a:buNone/>
              <a:defRPr sz="12000"/>
            </a:lvl1pPr>
            <a:lvl2pPr algn="ctr">
              <a:spcBef>
                <a:spcPts val="0"/>
              </a:spcBef>
              <a:spcAft>
                <a:spcPts val="0"/>
              </a:spcAft>
              <a:buNone/>
              <a:defRPr sz="12000"/>
            </a:lvl2pPr>
            <a:lvl3pPr algn="ctr">
              <a:spcBef>
                <a:spcPts val="0"/>
              </a:spcBef>
              <a:spcAft>
                <a:spcPts val="0"/>
              </a:spcAft>
              <a:buNone/>
              <a:defRPr sz="12000"/>
            </a:lvl3pPr>
            <a:lvl4pPr algn="ctr">
              <a:spcBef>
                <a:spcPts val="0"/>
              </a:spcBef>
              <a:spcAft>
                <a:spcPts val="0"/>
              </a:spcAft>
              <a:buNone/>
              <a:defRPr sz="12000"/>
            </a:lvl4pPr>
            <a:lvl5pPr algn="ctr">
              <a:spcBef>
                <a:spcPts val="0"/>
              </a:spcBef>
              <a:spcAft>
                <a:spcPts val="0"/>
              </a:spcAft>
              <a:buNone/>
              <a:defRPr sz="12000"/>
            </a:lvl5pPr>
            <a:lvl6pPr algn="ctr">
              <a:spcBef>
                <a:spcPts val="0"/>
              </a:spcBef>
              <a:spcAft>
                <a:spcPts val="0"/>
              </a:spcAft>
              <a:buNone/>
              <a:defRPr sz="12000"/>
            </a:lvl6pPr>
            <a:lvl7pPr algn="ctr">
              <a:spcBef>
                <a:spcPts val="0"/>
              </a:spcBef>
              <a:spcAft>
                <a:spcPts val="0"/>
              </a:spcAft>
              <a:buNone/>
              <a:defRPr sz="12000"/>
            </a:lvl7pPr>
            <a:lvl8pPr algn="ctr">
              <a:spcBef>
                <a:spcPts val="0"/>
              </a:spcBef>
              <a:spcAft>
                <a:spcPts val="0"/>
              </a:spcAft>
              <a:buNone/>
              <a:defRPr sz="12000"/>
            </a:lvl8pPr>
            <a:lvl9pPr algn="ctr">
              <a:spcBef>
                <a:spcPts val="0"/>
              </a:spcBef>
              <a:spcAft>
                <a:spcPts val="0"/>
              </a:spcAft>
              <a:buNone/>
              <a:defRPr sz="12000"/>
            </a:lvl9pPr>
          </a:lstStyle>
          <a:p>
            <a:r>
              <a:rPr/>
              <a:t>xx%</a:t>
            </a:r>
          </a:p>
        </p:txBody>
      </p:sp>
      <p:sp>
        <p:nvSpPr>
          <p:cNvPr id="46" name="Google Shape;46;p11"/>
          <p:cNvSpPr txBox="1">
            <a:spLocks noGrp="1"/>
          </p:cNvSpPr>
          <p:nvPr>
            <p:ph type="body" idx="1"/>
          </p:nvPr>
        </p:nvSpPr>
        <p:spPr>
          <a:xfrm>
            <a:off x="311700" y="3152225"/>
            <a:ext cx="8520600" cy="1300800"/>
          </a:xfrm>
          <a:prstGeom prst="rect">
            <a:avLst/>
          </a:prstGeom>
        </p:spPr>
        <p:txBody>
          <a:bodyPr wrap="square" lIns="91425" tIns="91425" rIns="91425" bIns="91425" anchor="t" anchorCtr="0" spcFirstLastPara="1">
            <a:normAutofit/>
          </a:bodyPr>
          <a:lstStyle>
            <a:lvl1pPr marL="457200" indent="-342900" algn="ctr">
              <a:spcBef>
                <a:spcPts val="0"/>
              </a:spcBef>
              <a:spcAft>
                <a:spcPts val="0"/>
              </a:spcAft>
              <a:buChar char="●"/>
            </a:lvl1pPr>
            <a:lvl2pPr marL="914400" indent="-317500" algn="ctr">
              <a:spcBef>
                <a:spcPts val="0"/>
              </a:spcBef>
              <a:spcAft>
                <a:spcPts val="0"/>
              </a:spcAft>
              <a:buChar char="○"/>
            </a:lvl2pPr>
            <a:lvl3pPr marL="1371600" indent="-317500" algn="ctr">
              <a:spcBef>
                <a:spcPts val="0"/>
              </a:spcBef>
              <a:spcAft>
                <a:spcPts val="0"/>
              </a:spcAft>
              <a:buChar char="■"/>
            </a:lvl3pPr>
            <a:lvl4pPr marL="1828800" indent="-317500" algn="ctr">
              <a:spcBef>
                <a:spcPts val="0"/>
              </a:spcBef>
              <a:spcAft>
                <a:spcPts val="0"/>
              </a:spcAft>
              <a:buChar char="●"/>
            </a:lvl4pPr>
            <a:lvl5pPr marL="2286000" indent="-317500" algn="ctr">
              <a:spcBef>
                <a:spcPts val="0"/>
              </a:spcBef>
              <a:spcAft>
                <a:spcPts val="0"/>
              </a:spcAft>
              <a:buChar char="○"/>
            </a:lvl5pPr>
            <a:lvl6pPr marL="2743200" indent="-317500" algn="ctr">
              <a:spcBef>
                <a:spcPts val="0"/>
              </a:spcBef>
              <a:spcAft>
                <a:spcPts val="0"/>
              </a:spcAft>
              <a:buChar char="■"/>
            </a:lvl6pPr>
            <a:lvl7pPr marL="3200400" indent="-317500" algn="ctr">
              <a:spcBef>
                <a:spcPts val="0"/>
              </a:spcBef>
              <a:spcAft>
                <a:spcPts val="0"/>
              </a:spcAft>
              <a:buChar char="●"/>
            </a:lvl7pPr>
            <a:lvl8pPr marL="3657600" indent="-317500" algn="ctr">
              <a:spcBef>
                <a:spcPts val="0"/>
              </a:spcBef>
              <a:spcAft>
                <a:spcPts val="0"/>
              </a:spcAft>
              <a:buChar char="○"/>
            </a:lvl8pPr>
            <a:lvl9pPr marL="4114800" indent="-317500" algn="ctr">
              <a:spcBef>
                <a:spcPts val="0"/>
              </a:spcBef>
              <a:spcAft>
                <a:spcPts val="0"/>
              </a:spcAft>
              <a:buChar char="■"/>
            </a:lvl9pPr>
          </a:lstStyle>
          <a:p/>
        </p:txBody>
      </p:sp>
      <p:sp>
        <p:nvSpPr>
          <p:cNvPr id="47" name="Google Shape;47;p11"/>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DE19C649-D3E0-46CB-87C1-67136E4226A6}" type="slidenum">
              <a:rPr lang="en-GB"/>
              <a:t>‹#›</a:t>
            </a:fld>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wrap="square" lIns="91425" tIns="91425" rIns="91425" bIns="91425" anchor="ctr" anchorCtr="0" spcFirstLastPara="1">
            <a:normAutofit/>
          </a:bodyPr>
          <a:lstStyle>
            <a:lvl1pPr>
              <a:buNone/>
            </a:lvl1pPr>
            <a:lvl2pPr>
              <a:buNone/>
            </a:lvl2pPr>
            <a:lvl3pPr>
              <a:buNone/>
            </a:lvl3pPr>
            <a:lvl4pPr>
              <a:buNone/>
            </a:lvl4pPr>
            <a:lvl5pPr>
              <a:buNone/>
            </a:lvl5pPr>
            <a:lvl6pPr>
              <a:buNone/>
            </a:lvl6pPr>
            <a:lvl7pPr>
              <a:buNone/>
            </a:lvl7pPr>
            <a:lvl8pPr>
              <a:buNone/>
            </a:lvl8pPr>
            <a:lvl9pPr>
              <a:buNone/>
            </a:lvl9pPr>
          </a:lstStyle>
          <a:p>
            <a:pPr marL="0" indent="0" algn="r" rtl="0">
              <a:spcBef>
                <a:spcPts val="0"/>
              </a:spcBef>
              <a:spcAft>
                <a:spcPts val="0"/>
              </a:spcAft>
              <a:buNone/>
            </a:pPr>
            <a:fld id="{20EBE78A-EB3E-401E-81B5-D7F53201DAF3}" type="slidenum">
              <a:rPr lang="en-GB"/>
              <a:t>‹#›</a:t>
            </a:fld>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wrap="square" lIns="91425" tIns="91425" rIns="91425" bIns="91425" anchor="t" anchorCtr="0" spcFirstLastPara="1">
            <a:normAutofit/>
          </a:bodyPr>
          <a:lstStyle>
            <a:lvl1pPr>
              <a:spcBef>
                <a:spcPts val="0"/>
              </a:spcBef>
              <a:spcAft>
                <a:spcPts val="0"/>
              </a:spcAft>
              <a:buClr>
                <a:schemeClr val="dk1"/>
              </a:buClr>
              <a:buNone/>
              <a:defRPr sz="2800">
                <a:solidFill>
                  <a:schemeClr val="dk1"/>
                </a:solidFill>
              </a:defRPr>
            </a:lvl1pPr>
            <a:lvl2pPr>
              <a:spcBef>
                <a:spcPts val="0"/>
              </a:spcBef>
              <a:spcAft>
                <a:spcPts val="0"/>
              </a:spcAft>
              <a:buClr>
                <a:schemeClr val="dk1"/>
              </a:buClr>
              <a:buNone/>
              <a:defRPr sz="2800">
                <a:solidFill>
                  <a:schemeClr val="dk1"/>
                </a:solidFill>
              </a:defRPr>
            </a:lvl2pPr>
            <a:lvl3pPr>
              <a:spcBef>
                <a:spcPts val="0"/>
              </a:spcBef>
              <a:spcAft>
                <a:spcPts val="0"/>
              </a:spcAft>
              <a:buClr>
                <a:schemeClr val="dk1"/>
              </a:buClr>
              <a:buNone/>
              <a:defRPr sz="2800">
                <a:solidFill>
                  <a:schemeClr val="dk1"/>
                </a:solidFill>
              </a:defRPr>
            </a:lvl3pPr>
            <a:lvl4pPr>
              <a:spcBef>
                <a:spcPts val="0"/>
              </a:spcBef>
              <a:spcAft>
                <a:spcPts val="0"/>
              </a:spcAft>
              <a:buClr>
                <a:schemeClr val="dk1"/>
              </a:buClr>
              <a:buNone/>
              <a:defRPr sz="2800">
                <a:solidFill>
                  <a:schemeClr val="dk1"/>
                </a:solidFill>
              </a:defRPr>
            </a:lvl4pPr>
            <a:lvl5pPr>
              <a:spcBef>
                <a:spcPts val="0"/>
              </a:spcBef>
              <a:spcAft>
                <a:spcPts val="0"/>
              </a:spcAft>
              <a:buClr>
                <a:schemeClr val="dk1"/>
              </a:buClr>
              <a:buNone/>
              <a:defRPr sz="2800">
                <a:solidFill>
                  <a:schemeClr val="dk1"/>
                </a:solidFill>
              </a:defRPr>
            </a:lvl5pPr>
            <a:lvl6pPr>
              <a:spcBef>
                <a:spcPts val="0"/>
              </a:spcBef>
              <a:spcAft>
                <a:spcPts val="0"/>
              </a:spcAft>
              <a:buClr>
                <a:schemeClr val="dk1"/>
              </a:buClr>
              <a:buNone/>
              <a:defRPr sz="2800">
                <a:solidFill>
                  <a:schemeClr val="dk1"/>
                </a:solidFill>
              </a:defRPr>
            </a:lvl6pPr>
            <a:lvl7pPr>
              <a:spcBef>
                <a:spcPts val="0"/>
              </a:spcBef>
              <a:spcAft>
                <a:spcPts val="0"/>
              </a:spcAft>
              <a:buClr>
                <a:schemeClr val="dk1"/>
              </a:buClr>
              <a:buNone/>
              <a:defRPr sz="2800">
                <a:solidFill>
                  <a:schemeClr val="dk1"/>
                </a:solidFill>
              </a:defRPr>
            </a:lvl7pPr>
            <a:lvl8pPr>
              <a:spcBef>
                <a:spcPts val="0"/>
              </a:spcBef>
              <a:spcAft>
                <a:spcPts val="0"/>
              </a:spcAft>
              <a:buClr>
                <a:schemeClr val="dk1"/>
              </a:buClr>
              <a:buNone/>
              <a:defRPr sz="2800">
                <a:solidFill>
                  <a:schemeClr val="dk1"/>
                </a:solidFill>
              </a:defRPr>
            </a:lvl8pPr>
            <a:lvl9pPr>
              <a:spcBef>
                <a:spcPts val="0"/>
              </a:spcBef>
              <a:spcAft>
                <a:spcPts val="0"/>
              </a:spcAft>
              <a:buClr>
                <a:schemeClr val="dk1"/>
              </a:buClr>
              <a:buNone/>
              <a:defRPr sz="2800">
                <a:solidFill>
                  <a:schemeClr val="dk1"/>
                </a:solidFill>
              </a:defRPr>
            </a:lvl9pPr>
          </a:lstStyle>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wrap="square" lIns="91425" tIns="91425" rIns="91425" bIns="91425" anchor="t" anchorCtr="0" spcFirstLastPara="1">
            <a:normAutofit/>
          </a:bodyPr>
          <a:lstStyle>
            <a:lvl1pPr marL="457200" indent="-342900">
              <a:lnSpc>
                <a:spcPct val="115000"/>
              </a:lnSpc>
              <a:spcBef>
                <a:spcPts val="0"/>
              </a:spcBef>
              <a:spcAft>
                <a:spcPts val="0"/>
              </a:spcAft>
              <a:buClr>
                <a:schemeClr val="dk2"/>
              </a:buClr>
              <a:buChar char="●"/>
              <a:defRPr sz="1800">
                <a:solidFill>
                  <a:schemeClr val="dk2"/>
                </a:solidFill>
              </a:defRPr>
            </a:lvl1pPr>
            <a:lvl2pPr marL="914400" indent="-317500">
              <a:lnSpc>
                <a:spcPct val="115000"/>
              </a:lnSpc>
              <a:spcBef>
                <a:spcPts val="0"/>
              </a:spcBef>
              <a:spcAft>
                <a:spcPts val="0"/>
              </a:spcAft>
              <a:buClr>
                <a:schemeClr val="dk2"/>
              </a:buClr>
              <a:buChar char="○"/>
              <a:defRPr>
                <a:solidFill>
                  <a:schemeClr val="dk2"/>
                </a:solidFill>
              </a:defRPr>
            </a:lvl2pPr>
            <a:lvl3pPr marL="1371600" indent="-317500">
              <a:lnSpc>
                <a:spcPct val="115000"/>
              </a:lnSpc>
              <a:spcBef>
                <a:spcPts val="0"/>
              </a:spcBef>
              <a:spcAft>
                <a:spcPts val="0"/>
              </a:spcAft>
              <a:buClr>
                <a:schemeClr val="dk2"/>
              </a:buClr>
              <a:buChar char="■"/>
              <a:defRPr>
                <a:solidFill>
                  <a:schemeClr val="dk2"/>
                </a:solidFill>
              </a:defRPr>
            </a:lvl3pPr>
            <a:lvl4pPr marL="1828800" indent="-317500">
              <a:lnSpc>
                <a:spcPct val="115000"/>
              </a:lnSpc>
              <a:spcBef>
                <a:spcPts val="0"/>
              </a:spcBef>
              <a:spcAft>
                <a:spcPts val="0"/>
              </a:spcAft>
              <a:buClr>
                <a:schemeClr val="dk2"/>
              </a:buClr>
              <a:buChar char="●"/>
              <a:defRPr>
                <a:solidFill>
                  <a:schemeClr val="dk2"/>
                </a:solidFill>
              </a:defRPr>
            </a:lvl4pPr>
            <a:lvl5pPr marL="2286000" indent="-317500">
              <a:lnSpc>
                <a:spcPct val="115000"/>
              </a:lnSpc>
              <a:spcBef>
                <a:spcPts val="0"/>
              </a:spcBef>
              <a:spcAft>
                <a:spcPts val="0"/>
              </a:spcAft>
              <a:buClr>
                <a:schemeClr val="dk2"/>
              </a:buClr>
              <a:buChar char="○"/>
              <a:defRPr>
                <a:solidFill>
                  <a:schemeClr val="dk2"/>
                </a:solidFill>
              </a:defRPr>
            </a:lvl5pPr>
            <a:lvl6pPr marL="2743200" indent="-317500">
              <a:lnSpc>
                <a:spcPct val="115000"/>
              </a:lnSpc>
              <a:spcBef>
                <a:spcPts val="0"/>
              </a:spcBef>
              <a:spcAft>
                <a:spcPts val="0"/>
              </a:spcAft>
              <a:buClr>
                <a:schemeClr val="dk2"/>
              </a:buClr>
              <a:buChar char="■"/>
              <a:defRPr>
                <a:solidFill>
                  <a:schemeClr val="dk2"/>
                </a:solidFill>
              </a:defRPr>
            </a:lvl6pPr>
            <a:lvl7pPr marL="3200400" indent="-317500">
              <a:lnSpc>
                <a:spcPct val="115000"/>
              </a:lnSpc>
              <a:spcBef>
                <a:spcPts val="0"/>
              </a:spcBef>
              <a:spcAft>
                <a:spcPts val="0"/>
              </a:spcAft>
              <a:buClr>
                <a:schemeClr val="dk2"/>
              </a:buClr>
              <a:buChar char="●"/>
              <a:defRPr>
                <a:solidFill>
                  <a:schemeClr val="dk2"/>
                </a:solidFill>
              </a:defRPr>
            </a:lvl7pPr>
            <a:lvl8pPr marL="3657600" indent="-317500">
              <a:lnSpc>
                <a:spcPct val="115000"/>
              </a:lnSpc>
              <a:spcBef>
                <a:spcPts val="0"/>
              </a:spcBef>
              <a:spcAft>
                <a:spcPts val="0"/>
              </a:spcAft>
              <a:buClr>
                <a:schemeClr val="dk2"/>
              </a:buClr>
              <a:buChar char="○"/>
              <a:defRPr>
                <a:solidFill>
                  <a:schemeClr val="dk2"/>
                </a:solidFill>
              </a:defRPr>
            </a:lvl8pPr>
            <a:lvl9pPr marL="4114800" indent="-317500">
              <a:lnSpc>
                <a:spcPct val="115000"/>
              </a:lnSpc>
              <a:spcBef>
                <a:spcPts val="0"/>
              </a:spcBef>
              <a:spcAft>
                <a:spcPts val="0"/>
              </a:spcAft>
              <a:buClr>
                <a:schemeClr val="dk2"/>
              </a:buClr>
              <a:buChar char="■"/>
              <a:defRPr>
                <a:solidFill>
                  <a:schemeClr val="dk2"/>
                </a:solidFill>
              </a:defRPr>
            </a:lvl9pPr>
          </a:lstStyle>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wrap="square" lIns="91425" tIns="91425" rIns="91425" bIns="91425" anchor="ctr" anchorCtr="0" spcFirstLastPara="1">
            <a:normAutofit/>
          </a:bodyPr>
          <a:lstStyle>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a:pPr marL="0" indent="0" algn="r" rtl="0">
              <a:spcBef>
                <a:spcPts val="0"/>
              </a:spcBef>
              <a:spcAft>
                <a:spcPts val="0"/>
              </a:spcAft>
              <a:buNone/>
            </a:pPr>
            <a:fld id="{473D6AB1-0FDA-49F1-8390-8828CE9E6676}" type="slidenum">
              <a:rPr lang="en-GB"/>
              <a:t>‹#›</a:t>
            </a:fld>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lvl1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lvl1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hyperlink" Target="https://shop-honest-ai.web.app"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image" Target="../media/image18.png"/><Relationship Id="rId12"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20.png"/><Relationship Id="rId11" Type="http://schemas.openxmlformats.org/officeDocument/2006/relationships/image" Target="../media/image10.png"/><Relationship Id="rId12" Type="http://schemas.openxmlformats.org/officeDocument/2006/relationships/image" Target="../media/image15.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11.png"/><Relationship Id="rId16" Type="http://schemas.openxmlformats.org/officeDocument/2006/relationships/image" Target="../media/image23.png"/><Relationship Id="rId17"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14.png"/><Relationship Id="rId9" Type="http://schemas.openxmlformats.org/officeDocument/2006/relationships/hyperlink" Target="https://shop-honest-ai.web.app"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21.png"/><Relationship Id="rId10" Type="http://schemas.openxmlformats.org/officeDocument/2006/relationships/image" Target="../media/image15.png"/><Relationship Id="rId11" Type="http://schemas.openxmlformats.org/officeDocument/2006/relationships/image" Target="../media/image32.png"/><Relationship Id="rId12" Type="http://schemas.openxmlformats.org/officeDocument/2006/relationships/image" Target="../media/image19.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png"/><Relationship Id="rId16" Type="http://schemas.openxmlformats.org/officeDocument/2006/relationships/image" Target="../media/image36.png"/><Relationship Id="rId17" Type="http://schemas.openxmlformats.org/officeDocument/2006/relationships/image" Target="../media/image37.png"/><Relationship Id="rId18" Type="http://schemas.openxmlformats.org/officeDocument/2006/relationships/image" Target="../media/image38.png"/><Relationship Id="rId19" Type="http://schemas.openxmlformats.org/officeDocument/2006/relationships/image" Target="../media/image3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31.png"/><Relationship Id="rId7" Type="http://schemas.openxmlformats.org/officeDocument/2006/relationships/image" Target="../media/image40.png"/><Relationship Id="rId8" Type="http://schemas.openxmlformats.org/officeDocument/2006/relationships/image" Target="../media/image30.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image" Target="../media/image39.png"/><Relationship Id="rId12" Type="http://schemas.openxmlformats.org/officeDocument/2006/relationships/image" Target="../media/image33.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29.png"/><Relationship Id="rId17" Type="http://schemas.openxmlformats.org/officeDocument/2006/relationships/image" Target="../media/image41.png"/><Relationship Id="rId18" Type="http://schemas.openxmlformats.org/officeDocument/2006/relationships/image" Target="../media/image42.png"/><Relationship Id="rId19" Type="http://schemas.openxmlformats.org/officeDocument/2006/relationships/image" Target="../media/image43.png"/><Relationship Id="rId20" Type="http://schemas.openxmlformats.org/officeDocument/2006/relationships/image" Target="../media/image44.png"/><Relationship Id="rId21" Type="http://schemas.openxmlformats.org/officeDocument/2006/relationships/image" Target="../media/image45.png"/><Relationship Id="rId22" Type="http://schemas.openxmlformats.org/officeDocument/2006/relationships/image" Target="../media/image46.png"/><Relationship Id="rId23" Type="http://schemas.openxmlformats.org/officeDocument/2006/relationships/image" Target="../media/image47.png"/><Relationship Id="rId24" Type="http://schemas.openxmlformats.org/officeDocument/2006/relationships/image" Target="../media/image48.png"/><Relationship Id="rId25" Type="http://schemas.openxmlformats.org/officeDocument/2006/relationships/image" Target="../media/image4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image" Target="../media/image5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0.png"/><Relationship Id="rId6"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50.png"/><Relationship Id="rId8"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53.png"/><Relationship Id="rId8" Type="http://schemas.openxmlformats.org/officeDocument/2006/relationships/image" Target="../media/image5.png"/><Relationship Id="rId9" Type="http://schemas.openxmlformats.org/officeDocument/2006/relationships/image" Target="../media/image50.png"/><Relationship Id="rId10"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2.png"/><Relationship Id="rId6" Type="http://schemas.openxmlformats.org/officeDocument/2006/relationships/image" Target="../media/image6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6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hyperlink" Target="https://github.com/saubhagyaashish/shop-honest" TargetMode="External"/><Relationship Id="rId8" Type="http://schemas.openxmlformats.org/officeDocument/2006/relationships/image" Target="../media/image72.png"/><Relationship Id="rId9" Type="http://schemas.openxmlformats.org/officeDocument/2006/relationships/hyperlink" Target="https://www.youtube.com/watch?v=_mG4SobZ9E0" TargetMode="External"/><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73.png"/><Relationship Id="rId13" Type="http://schemas.openxmlformats.org/officeDocument/2006/relationships/hyperlink" Target="https://shop-honest-ai.web.app"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Team member: </a:t>
            </a:r>
            <a:r>
              <a:rPr sz="1300">
                <a:solidFill>
                  <a:srgbClr val="111111"/>
                </a:solidFill>
                <a:latin typeface="Google Sans Flex"/>
              </a:rPr>
              <a:t>Suvojit Konar</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Online stores use dark patterns (fake countdowns, items sneaked into the cart, fees revealed only at payment). India's CCPA bans 13 of them and fines platforms that use them. 26 platforms self-declared compliance, yet nobody audits the whole journey the way a shopper meets it.</a:t>
            </a:r>
          </a:p>
        </p:txBody>
      </p:sp>
      <p:pic>
        <p:nvPicPr>
          <p:cNvPr id="55" name="Google Shape;55;p13" title="Frame 144.png"/>
          <p:cNvPicPr>
            <a:picLocks noChangeAspect="1"/>
          </p:cNvPicPr>
          <p:nvPr/>
        </p:nvPicPr>
        <p:blipFill rotWithShape="1">
          <a:blip r:embed="rId3">
            <a:alphaModFix amt="100000"/>
          </a:blip>
          <a:stretch>
            <a:fillRect/>
          </a:stretch>
        </p:blipFill>
        <p:spPr>
          <a:xfrm>
            <a:off x="0" y="-3"/>
            <a:ext cx="9144000" cy="2715526"/>
          </a:xfrm>
          <a:prstGeom prst="rect">
            <a:avLst/>
          </a:prstGeom>
          <a:noFill/>
          <a:ln>
            <a:noFill/>
          </a:ln>
        </p:spPr>
      </p:pic>
      <p:pic>
        <p:nvPicPr>
          <p:cNvPr id="56" name="Google Shape;56;p13" title="Frame 144.png"/>
          <p:cNvPicPr>
            <a:picLocks noChangeAspect="1"/>
          </p:cNvPicPr>
          <p:nvPr/>
        </p:nvPicPr>
        <p:blipFill rotWithShape="1">
          <a:blip r:embed="rId4">
            <a:alphaModFix amt="100000"/>
          </a:blip>
          <a:srcRect l="0" t="0" r="0" b="98001"/>
          <a:stretch>
            <a:fillRect/>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rotWithShape="1">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tIns="0" r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00" b="1">
                <a:solidFill>
                  <a:srgbClr val="111111"/>
                </a:solidFill>
                <a:latin typeface="Google Sans Flex"/>
              </a:rPr>
              <a:t>Found, fixed and proven</a:t>
            </a:r>
          </a:p>
        </p:txBody>
      </p:sp>
      <p:sp>
        <p:nvSpPr>
          <p:cNvPr id="62" name="TextBox 61"/>
          <p:cNvSpPr txBox="1"/>
          <p:nvPr/>
        </p:nvSpPr>
        <p:spPr>
          <a:xfrm>
            <a:off x="6327648" y="4572000"/>
            <a:ext cx="2377440" cy="182880"/>
          </a:xfrm>
          <a:prstGeom prst="rect">
            <a:avLst/>
          </a:prstGeom>
          <a:noFill/>
        </p:spPr>
        <p:txBody>
          <a:bodyPr wrap="square" lIns="0" tIns="0" r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 name="Google Shape;69;p15" title="Group 427319979.png"/>
          <p:cNvPicPr>
            <a:picLocks noChangeAspect="1"/>
          </p:cNvPicPr>
          <p:nvPr/>
        </p:nvPicPr>
        <p:blipFill rotWithShape="1">
          <a:blip r:embed="rId3">
            <a:alphaModFix amt="100000"/>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71" name="Google Shape;71;p15"/>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tIns="0" r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tIns="0" rIns="0" bIns="0" anchor="t">
            <a:noAutofit/>
          </a:bodyPr>
          <a:lstStyle/>
          <a:p>
            <a:pPr algn="l">
              <a:lnSpc>
                <a:spcPct val="108000"/>
              </a:lnSpc>
              <a:spcAft>
                <a:spcPts val="0"/>
              </a:spcAft>
            </a:pPr>
            <a:r>
              <a:rPr sz="1050" b="0">
                <a:solidFill>
                  <a:srgbClr val="E8EAED"/>
                </a:solidFill>
                <a:latin typeface="Google Sans Flex"/>
              </a:rPr>
              <a:t>Our rigged test store, 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tIns="0" r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tIns="0" rIns="0" bIns="0" anchor="ctr">
            <a:noAutofit/>
          </a:bodyPr>
          <a:lstStyle/>
          <a:p>
            <a:pPr algn="l">
              <a:lnSpc>
                <a:spcPct val="100000"/>
              </a:lnSpc>
              <a:spcAft>
                <a:spcPts val="0"/>
              </a:spcAft>
            </a:pPr>
            <a:r>
              <a:rPr sz="1000" b="0">
                <a:solidFill>
                  <a:srgbClr val="FFFFFF"/>
                </a:solidFill>
                <a:latin typeface="Google Sans Flex"/>
              </a:rPr>
              <a:t>top Indian apps use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tIns="0" r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tIns="0" r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tIns="0" r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tIns="0" r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Nov 2025 · one, Zepto, was fined in Aug 2026</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tIns="0" rIns="0" bIns="0" anchor="t">
            <a:noAutofit/>
          </a:bodyPr>
          <a:lstStyle/>
          <a:p>
            <a:pPr algn="l">
              <a:lnSpc>
                <a:spcPct val="95000"/>
              </a:lnSpc>
              <a:spcAft>
                <a:spcPts val="0"/>
              </a:spcAft>
            </a:pPr>
            <a:r>
              <a:rPr sz="1900" b="1">
                <a:solidFill>
                  <a:srgbClr val="111111"/>
                </a:solidFill>
                <a:latin typeface="Google Sans Flex"/>
              </a:rPr>
              <a:t>AI agents shop your store like a real customer, and fix what they find.</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rotWithShape="1">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tIns="0" r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rotWithShape="1">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tIns="0" r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rotWithShape="1">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tIns="0" r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rotWithShape="1">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tIns="0" r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rotWithShape="1">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tIns="0" r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tIns="0" r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rotWithShape="1">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tIns="0" r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rotWithShape="1">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tIns="0" rIns="0" bIns="0" anchor="ctr">
            <a:noAutofit/>
          </a:bodyPr>
          <a:lstStyle/>
          <a:p>
            <a:pPr algn="l">
              <a:lnSpc>
                <a:spcPct val="100000"/>
              </a:lnSpc>
              <a:spcAft>
                <a:spcPts val="0"/>
              </a:spcAft>
            </a:pPr>
            <a:r>
              <a:rPr sz="1050" b="0">
                <a:solidFill>
                  <a:srgbClr val="111111"/>
                </a:solidFill>
                <a:latin typeface="Google Sans Flex SemiBold"/>
              </a:rPr>
              <a:t>The exact rule broken</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rotWithShape="1">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tIns="0" r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rotWithShape="1">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tIns="0" r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6"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77" name="Google Shape;77;p16"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79" name="Google Shape;79;p16"/>
          <p:cNvSpPr txBox="1"/>
          <p:nvPr/>
        </p:nvSpPr>
        <p:spPr>
          <a:xfrm>
            <a:off x="265350" y="663825"/>
            <a:ext cx="8943000" cy="13662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tIns="0" r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tIns="0" rIns="0" bIns="0" anchor="ctr">
            <a:noAutofit/>
          </a:bodyPr>
          <a:lstStyle/>
          <a:p>
            <a:pPr algn="l">
              <a:lnSpc>
                <a:spcPct val="95000"/>
              </a:lnSpc>
              <a:spcAft>
                <a:spcPts val="0"/>
              </a:spcAft>
            </a:pPr>
            <a:r>
              <a:rPr sz="1050" b="0">
                <a:solidFill>
                  <a:srgbClr val="111111"/>
                </a:solidFill>
                <a:latin typeface="Google Sans Flex SemiBold"/>
              </a:rPr>
              <a:t>How is it different from existing ideas?</a:t>
            </a:r>
          </a:p>
        </p:txBody>
      </p:sp>
      <p:sp>
        <p:nvSpPr>
          <p:cNvPr id="88" name="TextBox 87"/>
          <p:cNvSpPr txBox="1"/>
          <p:nvPr/>
        </p:nvSpPr>
        <p:spPr>
          <a:xfrm>
            <a:off x="466344" y="1984248"/>
            <a:ext cx="2468880" cy="2240280"/>
          </a:xfrm>
          <a:prstGeom prst="rect">
            <a:avLst/>
          </a:prstGeom>
          <a:noFill/>
        </p:spPr>
        <p:txBody>
          <a:bodyPr wrap="square" lIns="0" tIns="0" r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product to payment, instead of scanning one page or one piece of text.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applies each fix to a copy of the store and audits it again.</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tIns="0" r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tIns="0" rIns="0" bIns="0" anchor="ctr">
            <a:noAutofit/>
          </a:bodyPr>
          <a:lstStyle/>
          <a:p>
            <a:pPr algn="l">
              <a:lnSpc>
                <a:spcPct val="95000"/>
              </a:lnSpc>
              <a:spcAft>
                <a:spcPts val="0"/>
              </a:spcAft>
            </a:pPr>
            <a:r>
              <a:rPr sz="1050" b="0">
                <a:solidFill>
                  <a:srgbClr val="111111"/>
                </a:solidFill>
                <a:latin typeface="Google Sans Flex SemiBold"/>
              </a:rPr>
              <a:t>How will it solve the problem?</a:t>
            </a:r>
          </a:p>
        </p:txBody>
      </p:sp>
      <p:sp>
        <p:nvSpPr>
          <p:cNvPr id="97" name="TextBox 96"/>
          <p:cNvSpPr txBox="1"/>
          <p:nvPr/>
        </p:nvSpPr>
        <p:spPr>
          <a:xfrm>
            <a:off x="3346704" y="1984248"/>
            <a:ext cx="2468880" cy="2240280"/>
          </a:xfrm>
          <a:prstGeom prst="rect">
            <a:avLst/>
          </a:prstGeom>
          <a:noFill/>
        </p:spPr>
        <p:txBody>
          <a:bodyPr wrap="square" lIns="0" tIns="0" r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Who pays: </a:t>
            </a:r>
            <a:r>
              <a:rPr sz="1050" b="0">
                <a:solidFill>
                  <a:srgbClr val="111111"/>
                </a:solidFill>
                <a:latin typeface="Google Sans Flex"/>
              </a:rPr>
              <a:t>platforms, per monitored product; consumer groups and regulators use it free.</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tIns="0" r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tIns="0" rIns="0" bIns="0" anchor="ctr">
            <a:noAutofit/>
          </a:bodyPr>
          <a:lstStyle/>
          <a:p>
            <a:pPr algn="l">
              <a:lnSpc>
                <a:spcPct val="95000"/>
              </a:lnSpc>
              <a:spcAft>
                <a:spcPts val="0"/>
              </a:spcAft>
            </a:pPr>
            <a:r>
              <a:rPr sz="1050" b="0">
                <a:solidFill>
                  <a:srgbClr val="111111"/>
                </a:solidFill>
                <a:latin typeface="Google Sans Flex SemiBold"/>
              </a:rPr>
              <a:t>USP of the proposed solution</a:t>
            </a:r>
          </a:p>
        </p:txBody>
      </p:sp>
      <p:sp>
        <p:nvSpPr>
          <p:cNvPr id="106" name="TextBox 105"/>
          <p:cNvSpPr txBox="1"/>
          <p:nvPr/>
        </p:nvSpPr>
        <p:spPr>
          <a:xfrm>
            <a:off x="6227064" y="1984248"/>
            <a:ext cx="2468880" cy="2240280"/>
          </a:xfrm>
          <a:prstGeom prst="rect">
            <a:avLst/>
          </a:prstGeom>
          <a:noFill/>
        </p:spPr>
        <p:txBody>
          <a:bodyPr wrap="square" lIns="0" tIns="0" r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"+₹395 per order", the rule broken in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tIns="0" r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tricks caught  ·  </a:t>
            </a:r>
            <a:r>
              <a:rPr sz="1050" b="1">
                <a:solidFill>
                  <a:srgbClr val="111111"/>
                </a:solidFill>
                <a:latin typeface="Google Sans Flex"/>
              </a:rPr>
              <a:t>0</a:t>
            </a:r>
            <a:r>
              <a:rPr sz="1050" b="0">
                <a:solidFill>
                  <a:srgbClr val="111111"/>
                </a:solidFill>
                <a:latin typeface="Google Sans Flex"/>
              </a:rPr>
              <a:t> false alarms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  </a:t>
            </a:r>
            <a:r>
              <a:rPr sz="1050" b="1">
                <a:solidFill>
                  <a:srgbClr val="111111"/>
                </a:solidFill>
                <a:latin typeface="Google Sans Flex"/>
              </a:rPr>
              <a:t>1</a:t>
            </a:r>
            <a:r>
              <a:rPr sz="1050" b="0">
                <a:solidFill>
                  <a:srgbClr val="111111"/>
                </a:solidFill>
                <a:latin typeface="Google Sans Flex"/>
              </a:rPr>
              <a:t> real store caught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4" name="Google Shape;84;p17"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85" name="Google Shape;85;p17"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87" name="Google Shape;87;p17"/>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rotWithShape="1">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rotWithShape="1">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rotWithShape="1">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rotWithShape="1">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rotWithShape="1">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 fix for each finding; watch the score move, then verify it on a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rotWithShape="1">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rotWithShape="1">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The rule broken in India and 6 more regions;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rotWithShape="1">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tIns="0" r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tIns="0" r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never "clean".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 name="Google Shape;92;p18"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93" name="Google Shape;93;p18"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95" name="Google Shape;95;p18"/>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rotWithShape="1">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tIns="0" r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tIns="0" r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rotWithShape="1">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tIns="0" r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tIns="0" r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rotWithShape="1">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tIns="0" r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tIns="0" r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rotWithShape="1">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tIns="0" r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tIns="0" r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rotWithShape="1">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tIns="0" r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tIns="0" r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rotWithShape="1">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tIns="0" r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an ADK agent graph: measure first, then Gemini judges, then an agent re-checks with tools</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rotWithShape="1">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rotWithShape="1">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rotWithShape="1">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rotWithShape="1">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rotWithShape="1">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rotWithShape="1">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tIns="0" r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rotWithShape="1">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tIns="0" r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0" name="Google Shape;100;p19"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01" name="Google Shape;101;p19"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03" name="Google Shape;103;p19"/>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rotWithShape="1">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tIns="0" r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tIns="0" r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tIns="0" r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rotWithShape="1">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tIns="0" r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tIns="0" r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tIns="0" r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port, then Fix it"/>
          <p:cNvPicPr>
            <a:picLocks noChangeAspect="1"/>
          </p:cNvPicPr>
          <p:nvPr/>
        </p:nvPicPr>
        <p:blipFill rotWithShape="1">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tIns="0" r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tIns="0" rIns="0" bIns="0" anchor="ctr">
            <a:noAutofit/>
          </a:bodyPr>
          <a:lstStyle/>
          <a:p>
            <a:pPr algn="l">
              <a:lnSpc>
                <a:spcPct val="100000"/>
              </a:lnSpc>
              <a:spcAft>
                <a:spcPts val="0"/>
              </a:spcAft>
            </a:pPr>
            <a:r>
              <a:rPr sz="1150" b="1">
                <a:solidFill>
                  <a:srgbClr val="111111"/>
                </a:solidFill>
                <a:latin typeface="Google Sans Flex"/>
              </a:rPr>
              <a:t>Get the report, then Fix it</a:t>
            </a:r>
          </a:p>
        </p:txBody>
      </p:sp>
      <p:sp>
        <p:nvSpPr>
          <p:cNvPr id="138" name="TextBox 137"/>
          <p:cNvSpPr txBox="1"/>
          <p:nvPr/>
        </p:nvSpPr>
        <p:spPr>
          <a:xfrm>
            <a:off x="6623303" y="3675887"/>
            <a:ext cx="2182368" cy="457200"/>
          </a:xfrm>
          <a:prstGeom prst="rect">
            <a:avLst/>
          </a:prstGeom>
          <a:noFill/>
        </p:spPr>
        <p:txBody>
          <a:bodyPr wrap="square" lIns="0" tIns="0" r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rotWithShape="1">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every run is a live audit with Gemini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8" name="Google Shape;108;p20"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09" name="Google Shape;109;p20"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11" name="Google Shape;111;p20"/>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rotWithShape="1">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Shopper / judge</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rotWithShape="1">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tIns="0" r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tIns="0" r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rotWithShape="1">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tIns="0" r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rotWithShape="1">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rotWithShape="1">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(tools) · Fixer</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rotWithShape="1">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rotWithShape="1">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rotWithShape="1">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rotWithShape="1">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rotWithShape="1">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rotWithShape="1">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rotWithShape="1">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rotWithShape="1">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rotWithShape="1">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rotWithShape="1">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6" name="Google Shape;116;p21"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17" name="Google Shape;117;p21"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19" name="Google Shape;119;p21"/>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tIns="0" r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rotWithShape="1">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rotWithShape="1">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rotWithShape="1">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tIns="0" r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rotWithShape="1">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rotWithShape="1">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rotWithShape="1">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rotWithShape="1">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rotWithShape="1">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rotWithShape="1">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rotWithShape="1">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rotWithShape="1">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rotWithShape="1">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tIns="0" r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rotWithShape="1">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rotWithShape="1">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rotWithShape="1">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rotWithShape="1">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rotWithShape="1">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rotWithShape="1">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end to end</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rotWithShape="1">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rotWithShape="1">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rotWithShape="1">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tIns="0" r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4" name="Google Shape;124;p22"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25" name="Google Shape;125;p22"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27" name="Google Shape;127;p22"/>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PER LIVE AUDIT</a:t>
            </a:r>
          </a:p>
        </p:txBody>
      </p:sp>
      <p:sp>
        <p:nvSpPr>
          <p:cNvPr id="131" name="TextBox 130"/>
          <p:cNvSpPr txBox="1"/>
          <p:nvPr/>
        </p:nvSpPr>
        <p:spPr>
          <a:xfrm>
            <a:off x="548640" y="1572768"/>
            <a:ext cx="3108960" cy="731520"/>
          </a:xfrm>
          <a:prstGeom prst="rect">
            <a:avLst/>
          </a:prstGeom>
          <a:noFill/>
        </p:spPr>
        <p:txBody>
          <a:bodyPr wrap="square" lIns="0" tIns="0" r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tIns="0" rIns="0" bIns="0" anchor="t">
            <a:noAutofit/>
          </a:bodyPr>
          <a:lstStyle/>
          <a:p>
            <a:pPr algn="l">
              <a:lnSpc>
                <a:spcPct val="100000"/>
              </a:lnSpc>
              <a:spcAft>
                <a:spcPts val="0"/>
              </a:spcAft>
            </a:pPr>
            <a:r>
              <a:rPr sz="1000" b="0">
                <a:solidFill>
                  <a:srgbClr val="111111"/>
                </a:solidFill>
                <a:latin typeface="Google Sans Flex Medium"/>
              </a:rPr>
              <a:t>a full journey: 5 steps, about 30 seconds</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tIns="0" rIns="0" bIns="0" anchor="ctr">
            <a:noAutofit/>
          </a:bodyPr>
          <a:lstStyle/>
          <a:p>
            <a:pPr algn="r">
              <a:lnSpc>
                <a:spcPct val="100000"/>
              </a:lnSpc>
              <a:spcAft>
                <a:spcPts val="0"/>
              </a:spcAft>
            </a:pPr>
            <a:r>
              <a:rPr sz="1200" b="1">
                <a:solidFill>
                  <a:srgbClr val="111111"/>
                </a:solidFill>
                <a:latin typeface="Google Sans Flex"/>
              </a:rPr>
              <a:t>₹1.5–2</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~30 s on 2 vCPU</a:t>
            </a:r>
          </a:p>
        </p:txBody>
      </p:sp>
      <p:sp>
        <p:nvSpPr>
          <p:cNvPr id="138" name="TextBox 137"/>
          <p:cNvSpPr txBox="1"/>
          <p:nvPr/>
        </p:nvSpPr>
        <p:spPr>
          <a:xfrm>
            <a:off x="2697480" y="3227832"/>
            <a:ext cx="914400" cy="365760"/>
          </a:xfrm>
          <a:prstGeom prst="rect">
            <a:avLst/>
          </a:prstGeom>
          <a:noFill/>
        </p:spPr>
        <p:txBody>
          <a:bodyPr wrap="square" lIns="0" tIns="0" rIns="0" bIns="0" anchor="ctr">
            <a:noAutofit/>
          </a:bodyPr>
          <a:lstStyle/>
          <a:p>
            <a:pPr algn="r">
              <a:lnSpc>
                <a:spcPct val="100000"/>
              </a:lnSpc>
              <a:spcAft>
                <a:spcPts val="0"/>
              </a:spcAft>
            </a:pPr>
            <a:r>
              <a:rPr sz="1200" b="1">
                <a:solidFill>
                  <a:srgbClr val="111111"/>
                </a:solidFill>
                <a:latin typeface="Google Sans Flex"/>
              </a:rPr>
              <a:t>&lt; ₹0.5</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tIns="0" rIns="0" bIns="0" anchor="ctr">
            <a:noAutofit/>
          </a:bodyPr>
          <a:lstStyle/>
          <a:p>
            <a:pPr algn="r">
              <a:lnSpc>
                <a:spcPct val="100000"/>
              </a:lnSpc>
              <a:spcAft>
                <a:spcPts val="0"/>
              </a:spcAft>
            </a:pPr>
            <a:r>
              <a:rPr sz="1200" b="1">
                <a:solidFill>
                  <a:srgbClr val="111111"/>
                </a:solidFill>
                <a:latin typeface="Google Sans Flex"/>
              </a:rPr>
              <a:t>paise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tIns="0" rIns="0" bIns="0" anchor="t">
            <a:noAutofit/>
          </a:bodyPr>
          <a:lstStyle/>
          <a:p>
            <a:pPr algn="l">
              <a:lnSpc>
                <a:spcPct val="100000"/>
              </a:lnSpc>
              <a:spcAft>
                <a:spcPts val="0"/>
              </a:spcAft>
            </a:pPr>
            <a:r>
              <a:rPr sz="950" b="1">
                <a:solidFill>
                  <a:srgbClr val="111111"/>
                </a:solidFill>
                <a:latin typeface="Google Sans Flex"/>
              </a:rPr>
              <a:t>Hosting · builds · alerts</a:t>
            </a:r>
          </a:p>
          <a:p>
            <a:pPr algn="l">
              <a:lnSpc>
                <a:spcPct val="100000"/>
              </a:lnSpc>
              <a:spcAft>
                <a:spcPts val="0"/>
              </a:spcAft>
            </a:pPr>
            <a:r>
              <a:rPr sz="800" b="0">
                <a:solidFill>
                  <a:srgbClr val="3C4043"/>
                </a:solidFill>
                <a:latin typeface="Google Sans Flex"/>
              </a:rPr>
              <a:t>Firebase Hosting, Cloud Build</a:t>
            </a:r>
          </a:p>
        </p:txBody>
      </p:sp>
      <p:sp>
        <p:nvSpPr>
          <p:cNvPr id="144" name="TextBox 143"/>
          <p:cNvSpPr txBox="1"/>
          <p:nvPr/>
        </p:nvSpPr>
        <p:spPr>
          <a:xfrm>
            <a:off x="2697480" y="4251960"/>
            <a:ext cx="914400" cy="365760"/>
          </a:xfrm>
          <a:prstGeom prst="rect">
            <a:avLst/>
          </a:prstGeom>
          <a:noFill/>
        </p:spPr>
        <p:txBody>
          <a:bodyPr wrap="square" lIns="0" tIns="0" rIns="0" bIns="0" anchor="ctr">
            <a:noAutofit/>
          </a:bodyPr>
          <a:lstStyle/>
          <a:p>
            <a:pPr algn="r">
              <a:lnSpc>
                <a:spcPct val="100000"/>
              </a:lnSpc>
              <a:spcAft>
                <a:spcPts val="0"/>
              </a:spcAft>
            </a:pPr>
            <a:r>
              <a:rPr sz="1200" b="1">
                <a:solidFill>
                  <a:srgbClr val="111111"/>
                </a:solidFill>
                <a:latin typeface="Google Sans Flex"/>
              </a:rPr>
              <a:t>≈ ₹0</a:t>
            </a:r>
          </a:p>
        </p:txBody>
      </p:sp>
      <p:sp>
        <p:nvSpPr>
          <p:cNvPr id="145" name="TextBox 144"/>
          <p:cNvSpPr txBox="1"/>
          <p:nvPr/>
        </p:nvSpPr>
        <p:spPr>
          <a:xfrm>
            <a:off x="4069079" y="1243584"/>
            <a:ext cx="475488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live audits only; idle costs ≈ ₹0 (Cloud Run scales to zero)</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tIns="0" r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tIns="0" r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tIns="0" r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tIns="0" r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tIns="0" r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tIns="0" r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tIns="0" r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tIns="0" r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tIns="0" rIns="0" bIns="0" anchor="t">
            <a:noAutofit/>
          </a:bodyPr>
          <a:lstStyle/>
          <a:p>
            <a:pPr algn="l">
              <a:lnSpc>
                <a:spcPct val="100000"/>
              </a:lnSpc>
              <a:spcAft>
                <a:spcPts val="0"/>
              </a:spcAft>
            </a:pPr>
            <a:r>
              <a:rPr sz="800" b="0">
                <a:solidFill>
                  <a:srgbClr val="3C4043"/>
                </a:solidFill>
                <a:latin typeface="Google Sans Flex Medium"/>
              </a:rPr>
              <a:t>a regulator's sweep</a:t>
            </a:r>
          </a:p>
        </p:txBody>
      </p:sp>
      <p:sp>
        <p:nvSpPr>
          <p:cNvPr id="161" name="TextBox 160"/>
          <p:cNvSpPr txBox="1"/>
          <p:nvPr/>
        </p:nvSpPr>
        <p:spPr>
          <a:xfrm>
            <a:off x="4069079" y="3136392"/>
            <a:ext cx="475488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so a bill can't surprise anyone</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rotWithShape="1">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rotWithShape="1">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rotWithShape="1">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rotWithShape="1">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rotWithShape="1">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rotWithShape="1">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tIns="0" r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2" name="Google Shape;132;p23"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33" name="Google Shape;133;p23"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35" name="Google Shape;135;p23"/>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rotWithShape="1">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wrap="none" lIns="54864" tIns="0" rIns="54864" bIns="0" rtlCol="0" anchor="ctr"/>
          <a:lstStyle/>
          <a:p>
            <a:pPr algn="ctr"/>
            <a:r>
              <a:rPr sz="950" b="1">
                <a:solidFill>
                  <a:srgbClr val="111111"/>
                </a:solidFill>
                <a:latin typeface="Google Sans Flex"/>
              </a:rPr>
              <a:t>Verdict: trust score, overcharge, fine risk, Fix it</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rotWithShape="1">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rotWithShape="1">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pharmacy, logged out: 2 claims for review"/>
          <p:cNvPicPr>
            <a:picLocks noChangeAspect="1"/>
          </p:cNvPicPr>
          <p:nvPr/>
        </p:nvPicPr>
        <p:blipFill rotWithShape="1">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50" b="1">
                <a:solidFill>
                  <a:srgbClr val="111111"/>
                </a:solidFill>
                <a:latin typeface="Google Sans Flex"/>
              </a:rPr>
              <a:t>A real pharmacy: 2 claims for review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2" name="Google Shape;132;p23"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33" name="Google Shape;133;p23"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35" name="Google Shape;135;p23"/>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Fix it</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rotWithShape="1">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5459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wrap="none" lIns="54864" tIns="0" rIns="54864" bIns="0" rtlCol="0" anchor="ctr"/>
          <a:lstStyle/>
          <a:p>
            <a:pPr algn="ctr"/>
            <a:r>
              <a:rPr sz="950" b="1">
                <a:solidFill>
                  <a:srgbClr val="111111"/>
                </a:solidFill>
                <a:latin typeface="Google Sans Flex"/>
              </a:rPr>
              <a:t>Fix it: what each fix is worth, projected</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rotWithShape="1">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4033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950" b="1">
                <a:solidFill>
                  <a:srgbClr val="111111"/>
                </a:solidFill>
                <a:latin typeface="Google Sans Flex"/>
              </a:rPr>
              <a:t>Verified on a copy: 9 of 9 gone, ₹1,894 → ₹1,596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0" name="Google Shape;140;p24"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41" name="Google Shape;141;p24"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43" name="Google Shape;143;p24"/>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live runs, 2 per store</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tIns="0" r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tIns="0" r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tIns="0" r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489960" y="1554480"/>
          <a:ext cx="2301240" cy="1508760"/>
        </p:xfrm>
        <a:graphic>
          <a:graphicData uri="http://schemas.openxmlformats.org/drawingml/2006/chart">
            <c:chart xmlns:c="http://schemas.openxmlformats.org/drawingml/2006/chart" r:id="rId5"/>
          </a:graphicData>
        </a:graphic>
      </p:graphicFrame>
      <p:sp>
        <p:nvSpPr>
          <p:cNvPr id="161" name="TextBox 160"/>
          <p:cNvSpPr txBox="1"/>
          <p:nvPr/>
        </p:nvSpPr>
        <p:spPr>
          <a:xfrm>
            <a:off x="3352800" y="3090672"/>
            <a:ext cx="2438400" cy="1143000"/>
          </a:xfrm>
          <a:prstGeom prst="rect">
            <a:avLst/>
          </a:prstGeom>
          <a:noFill/>
        </p:spPr>
        <p:txBody>
          <a:bodyPr wrap="square" lIns="0" tIns="0" r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in 2,356 texts. Our model never saw this dataset; the others were trained on it.</a:t>
            </a:r>
          </a:p>
        </p:txBody>
      </p:sp>
      <p:sp>
        <p:nvSpPr>
          <p:cNvPr id="162" name="TextBox 161"/>
          <p:cNvSpPr txBox="1"/>
          <p:nvPr/>
        </p:nvSpPr>
        <p:spPr>
          <a:xfrm>
            <a:off x="6111240" y="1216152"/>
            <a:ext cx="2712720" cy="228600"/>
          </a:xfrm>
          <a:prstGeom prst="rect">
            <a:avLst/>
          </a:prstGeom>
          <a:noFill/>
        </p:spPr>
        <p:txBody>
          <a:bodyPr wrap="square" lIns="0" tIns="0" r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385560" y="1630680"/>
          <a:ext cx="2365118" cy="1508760"/>
        </p:xfrm>
        <a:graphic>
          <a:graphicData uri="http://schemas.openxmlformats.org/drawingml/2006/chart">
            <c:chart xmlns:c="http://schemas.openxmlformats.org/drawingml/2006/chart" r:id="rId6"/>
          </a:graphicData>
        </a:graphic>
      </p:graphicFrame>
      <p:sp>
        <p:nvSpPr>
          <p:cNvPr id="166" name="TextBox 165"/>
          <p:cNvSpPr txBox="1"/>
          <p:nvPr/>
        </p:nvSpPr>
        <p:spPr>
          <a:xfrm>
            <a:off x="6248400" y="3090672"/>
            <a:ext cx="2438400" cy="1143000"/>
          </a:xfrm>
          <a:prstGeom prst="rect">
            <a:avLst/>
          </a:prstGeom>
          <a:noFill/>
        </p:spPr>
        <p:txBody>
          <a:bodyPr wrap="square" lIns="0" tIns="0" rIns="0" bIns="0" anchor="t">
            <a:noAutofit/>
          </a:bodyPr>
          <a:lstStyle/>
          <a:p>
            <a:pPr algn="l">
              <a:lnSpc>
                <a:spcPct val="100000"/>
              </a:lnSpc>
              <a:spcAft>
                <a:spcPts val="0"/>
              </a:spcAft>
            </a:pPr>
            <a:r>
              <a:rPr sz="2000" b="1">
                <a:solidFill>
                  <a:srgbClr val="111111"/>
                </a:solidFill>
                <a:latin typeface="Google Sans Flex"/>
              </a:rPr>
              <a:t>~27 s</a:t>
            </a:r>
            <a:r>
              <a:rPr sz="1000" b="0">
                <a:solidFill>
                  <a:srgbClr val="111111"/>
                </a:solidFill>
                <a:latin typeface="Google Sans Flex SemiBold"/>
              </a:rPr>
              <a:t>  per audit</a:t>
            </a:r>
          </a:p>
          <a:p>
            <a:pPr algn="l">
              <a:lnSpc>
                <a:spcPct val="100000"/>
              </a:lnSpc>
              <a:spcAft>
                <a:spcPts val="0"/>
              </a:spcAft>
            </a:pPr>
            <a:r>
              <a:rPr sz="850" b="0">
                <a:solidFill>
                  <a:srgbClr val="5F6368"/>
                </a:solidFill>
                <a:latin typeface="Google Sans Flex"/>
              </a:rPr>
              <a:t>2.5 Pro, 3.1 Pro and 3.8 Flash also scored 9/9 but were slower, so 3.6 Flash runs both tiers.</a:t>
            </a:r>
          </a:p>
        </p:txBody>
      </p:sp>
      <p:sp>
        <p:nvSpPr>
          <p:cNvPr id="167" name="Rounded Rectangle 166"/>
          <p:cNvSpPr/>
          <p:nvPr/>
        </p:nvSpPr>
        <p:spPr>
          <a:xfrm>
            <a:off x="320040" y="45018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501896"/>
            <a:ext cx="8138160" cy="384048"/>
          </a:xfrm>
          <a:prstGeom prst="rect">
            <a:avLst/>
          </a:prstGeom>
          <a:noFill/>
        </p:spPr>
        <p:txBody>
          <a:bodyPr wrap="square" lIns="0" tIns="0" r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224 backend + 56 web tests · Fix it: 9/9 fixes verified on a copy · every event checked against the API contract · pre-flight 6/6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8" name="Google Shape;148;p25"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49" name="Google Shape;149;p25"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51" name="Google Shape;151;p25"/>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Tested on the real platforms: 6 of the 26 self-declared</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rotWithShape="1">
          <a:blip r:embed="rId5"/>
          <a:stretch>
            <a:fillRect/>
          </a:stretch>
        </p:blipFill>
        <p:spPr>
          <a:xfrm>
            <a:off x="561441" y="1530705"/>
            <a:ext cx="285292" cy="285292"/>
          </a:xfrm>
          <a:prstGeom prst="rect">
            <a:avLst/>
          </a:prstGeom>
        </p:spPr>
      </p:pic>
      <p:sp>
        <p:nvSpPr>
          <p:cNvPr id="157" name="Rounded Rectangle 156"/>
          <p:cNvSpPr/>
          <p:nvPr/>
        </p:nvSpPr>
        <p:spPr>
          <a:xfrm>
            <a:off x="2071720"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CART</a:t>
            </a:r>
          </a:p>
        </p:txBody>
      </p:sp>
      <p:sp>
        <p:nvSpPr>
          <p:cNvPr id="158" name="TextBox 157"/>
          <p:cNvSpPr txBox="1"/>
          <p:nvPr/>
        </p:nvSpPr>
        <p:spPr>
          <a:xfrm>
            <a:off x="466344"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Tata 1mg</a:t>
            </a:r>
          </a:p>
        </p:txBody>
      </p:sp>
      <p:sp>
        <p:nvSpPr>
          <p:cNvPr id="159" name="TextBox 158"/>
          <p:cNvSpPr txBox="1"/>
          <p:nvPr/>
        </p:nvSpPr>
        <p:spPr>
          <a:xfrm>
            <a:off x="466344"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Reached the cart, then its sign-in popup. A ₹12 handling charge first shown in the cart: sent for review.</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rotWithShape="1">
          <a:blip r:embed="rId5"/>
          <a:stretch>
            <a:fillRect/>
          </a:stretch>
        </p:blipFill>
        <p:spPr>
          <a:xfrm>
            <a:off x="3450945" y="1530705"/>
            <a:ext cx="285292" cy="285292"/>
          </a:xfrm>
          <a:prstGeom prst="rect">
            <a:avLst/>
          </a:prstGeom>
        </p:spPr>
      </p:pic>
      <p:sp>
        <p:nvSpPr>
          <p:cNvPr id="165" name="Rounded Rectangle 164"/>
          <p:cNvSpPr/>
          <p:nvPr/>
        </p:nvSpPr>
        <p:spPr>
          <a:xfrm>
            <a:off x="4961224"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CART</a:t>
            </a:r>
          </a:p>
        </p:txBody>
      </p:sp>
      <p:sp>
        <p:nvSpPr>
          <p:cNvPr id="166" name="TextBox 165"/>
          <p:cNvSpPr txBox="1"/>
          <p:nvPr/>
        </p:nvSpPr>
        <p:spPr>
          <a:xfrm>
            <a:off x="3355848"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Flipkart</a:t>
            </a:r>
          </a:p>
        </p:txBody>
      </p:sp>
      <p:sp>
        <p:nvSpPr>
          <p:cNvPr id="167" name="TextBox 166"/>
          <p:cNvSpPr txBox="1"/>
          <p:nvPr/>
        </p:nvSpPr>
        <p:spPr>
          <a:xfrm>
            <a:off x="3355848"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Reached the cart: a ₹10 platform fee the product page didn't show, sent for review. Later visits got an error page.</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rotWithShape="1">
          <a:blip r:embed="rId6"/>
          <a:stretch>
            <a:fillRect/>
          </a:stretch>
        </p:blipFill>
        <p:spPr>
          <a:xfrm>
            <a:off x="6340449" y="1530705"/>
            <a:ext cx="285292" cy="285292"/>
          </a:xfrm>
          <a:prstGeom prst="rect">
            <a:avLst/>
          </a:prstGeom>
        </p:spPr>
      </p:pic>
      <p:sp>
        <p:nvSpPr>
          <p:cNvPr id="173" name="Rounded Rectangle 172"/>
          <p:cNvSpPr/>
          <p:nvPr/>
        </p:nvSpPr>
        <p:spPr>
          <a:xfrm>
            <a:off x="7850728"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SOLD OUT</a:t>
            </a:r>
          </a:p>
        </p:txBody>
      </p:sp>
      <p:sp>
        <p:nvSpPr>
          <p:cNvPr id="174" name="TextBox 173"/>
          <p:cNvSpPr txBox="1"/>
          <p:nvPr/>
        </p:nvSpPr>
        <p:spPr>
          <a:xfrm>
            <a:off x="6245352"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Blinkit</a:t>
            </a:r>
          </a:p>
        </p:txBody>
      </p:sp>
      <p:sp>
        <p:nvSpPr>
          <p:cNvPr id="175" name="TextBox 174"/>
          <p:cNvSpPr txBox="1"/>
          <p:nvPr/>
        </p:nvSpPr>
        <p:spPr>
          <a:xfrm>
            <a:off x="6245352"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The product was out of stock, so the agent stopped instead of adding a similar one.</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rotWithShape="1">
          <a:blip r:embed="rId7"/>
          <a:stretch>
            <a:fillRect/>
          </a:stretch>
        </p:blipFill>
        <p:spPr>
          <a:xfrm>
            <a:off x="561441" y="3341217"/>
            <a:ext cx="285292" cy="285292"/>
          </a:xfrm>
          <a:prstGeom prst="rect">
            <a:avLst/>
          </a:prstGeom>
        </p:spPr>
      </p:pic>
      <p:sp>
        <p:nvSpPr>
          <p:cNvPr id="181" name="Rounded Rectangle 180"/>
          <p:cNvSpPr/>
          <p:nvPr/>
        </p:nvSpPr>
        <p:spPr>
          <a:xfrm>
            <a:off x="2071720"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EMPTY</a:t>
            </a:r>
          </a:p>
        </p:txBody>
      </p:sp>
      <p:sp>
        <p:nvSpPr>
          <p:cNvPr id="182" name="TextBox 181"/>
          <p:cNvSpPr txBox="1"/>
          <p:nvPr/>
        </p:nvSpPr>
        <p:spPr>
          <a:xfrm>
            <a:off x="466344"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Zepto</a:t>
            </a:r>
          </a:p>
        </p:txBody>
      </p:sp>
      <p:sp>
        <p:nvSpPr>
          <p:cNvPr id="183" name="TextBox 182"/>
          <p:cNvSpPr txBox="1"/>
          <p:nvPr/>
        </p:nvSpPr>
        <p:spPr>
          <a:xfrm>
            <a:off x="466344"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Fined by the CCPA in Aug 2026. Served our browser an empty page: reported as not checked, never as clean.</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rotWithShape="1">
          <a:blip r:embed="rId7"/>
          <a:stretch>
            <a:fillRect/>
          </a:stretch>
        </p:blipFill>
        <p:spPr>
          <a:xfrm>
            <a:off x="3450945" y="3341217"/>
            <a:ext cx="285292" cy="285292"/>
          </a:xfrm>
          <a:prstGeom prst="rect">
            <a:avLst/>
          </a:prstGeom>
        </p:spPr>
      </p:pic>
      <p:sp>
        <p:nvSpPr>
          <p:cNvPr id="189" name="Rounded Rectangle 188"/>
          <p:cNvSpPr/>
          <p:nvPr/>
        </p:nvSpPr>
        <p:spPr>
          <a:xfrm>
            <a:off x="4961224"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REFUSED</a:t>
            </a:r>
          </a:p>
        </p:txBody>
      </p:sp>
      <p:sp>
        <p:nvSpPr>
          <p:cNvPr id="190" name="TextBox 189"/>
          <p:cNvSpPr txBox="1"/>
          <p:nvPr/>
        </p:nvSpPr>
        <p:spPr>
          <a:xfrm>
            <a:off x="3355848"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Myntra</a:t>
            </a:r>
          </a:p>
        </p:txBody>
      </p:sp>
      <p:sp>
        <p:nvSpPr>
          <p:cNvPr id="191" name="TextBox 190"/>
          <p:cNvSpPr txBox="1"/>
          <p:nvPr/>
        </p:nvSpPr>
        <p:spPr>
          <a:xfrm>
            <a:off x="3355848"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Refused the connection from an automated browser. Reported as such; the agent never gets around it.</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rotWithShape="1">
          <a:blip r:embed="rId8"/>
          <a:stretch>
            <a:fillRect/>
          </a:stretch>
        </p:blipFill>
        <p:spPr>
          <a:xfrm>
            <a:off x="6340449" y="3341217"/>
            <a:ext cx="285292" cy="285292"/>
          </a:xfrm>
          <a:prstGeom prst="rect">
            <a:avLst/>
          </a:prstGeom>
        </p:spPr>
      </p:pic>
      <p:sp>
        <p:nvSpPr>
          <p:cNvPr id="197" name="Rounded Rectangle 196"/>
          <p:cNvSpPr/>
          <p:nvPr/>
        </p:nvSpPr>
        <p:spPr>
          <a:xfrm>
            <a:off x="7850728"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BOT WALL</a:t>
            </a:r>
          </a:p>
        </p:txBody>
      </p:sp>
      <p:sp>
        <p:nvSpPr>
          <p:cNvPr id="198" name="TextBox 197"/>
          <p:cNvSpPr txBox="1"/>
          <p:nvPr/>
        </p:nvSpPr>
        <p:spPr>
          <a:xfrm>
            <a:off x="6245352"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Meesho</a:t>
            </a:r>
          </a:p>
        </p:txBody>
      </p:sp>
      <p:sp>
        <p:nvSpPr>
          <p:cNvPr id="199" name="TextBox 198"/>
          <p:cNvSpPr txBox="1"/>
          <p:nvPr/>
        </p:nvSpPr>
        <p:spPr>
          <a:xfrm>
            <a:off x="6245352"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Bot protection stopped the agent on the first page. Reported as such, never as clean.</a:t>
            </a:r>
          </a:p>
        </p:txBody>
      </p:sp>
      <p:sp>
        <p:nvSpPr>
          <p:cNvPr id="250" name="Takeaway"/>
          <p:cNvSpPr txBox="1"/>
          <p:nvPr/>
        </p:nvSpPr>
        <p:spPr>
          <a:xfrm>
            <a:off x="320040" y="4815840"/>
            <a:ext cx="8549640" cy="247650"/>
          </a:xfrm>
          <a:prstGeom prst="rect">
            <a:avLst/>
          </a:prstGeom>
          <a:noFill/>
        </p:spPr>
        <p:txBody>
          <a:bodyPr wrap="square" lIns="0" tIns="0" rIns="0" bIns="0" anchor="t">
            <a:noAutofit/>
          </a:bodyPr>
          <a:lstStyle/>
          <a:p>
            <a:pPr algn="l">
              <a:lnSpc>
                <a:spcPct val="105000"/>
              </a:lnSpc>
              <a:spcAft>
                <a:spcPts val="0"/>
              </a:spcAft>
            </a:pPr>
            <a:r>
              <a:rPr sz="950" b="1">
                <a:solidFill>
                  <a:srgbClr val="111111"/>
                </a:solidFill>
                <a:latin typeface="Google Sans Flex"/>
              </a:rPr>
              <a:t>Never once wrongly called clean. Outside audits get blocked, so the audit belongs on the platform's side, before release.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8" name="Google Shape;148;p25"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49" name="Google Shape;149;p25"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51" name="Google Shape;151;p25"/>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Tested on 21 real websites, 82 audits: one store caught</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rotWithShape="1">
          <a:blip r:embed="rId5"/>
          <a:stretch>
            <a:fillRect/>
          </a:stretch>
        </p:blipFill>
        <p:spPr>
          <a:xfrm>
            <a:off x="561441" y="1530705"/>
            <a:ext cx="285292" cy="285292"/>
          </a:xfrm>
          <a:prstGeom prst="rect">
            <a:avLst/>
          </a:prstGeom>
        </p:spPr>
      </p:pic>
      <p:sp>
        <p:nvSpPr>
          <p:cNvPr id="157" name="Rounded Rectangle 156"/>
          <p:cNvSpPr/>
          <p:nvPr/>
        </p:nvSpPr>
        <p:spPr>
          <a:xfrm>
            <a:off x="2071720"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CONFIRMED</a:t>
            </a:r>
          </a:p>
        </p:txBody>
      </p:sp>
      <p:sp>
        <p:nvSpPr>
          <p:cNvPr id="158" name="TextBox 157"/>
          <p:cNvSpPr txBox="1"/>
          <p:nvPr/>
        </p:nvSpPr>
        <p:spPr>
          <a:xfrm>
            <a:off x="466344"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1 store caught</a:t>
            </a:r>
          </a:p>
        </p:txBody>
      </p:sp>
      <p:sp>
        <p:nvSpPr>
          <p:cNvPr id="159" name="TextBox 158"/>
          <p:cNvSpPr txBox="1"/>
          <p:nvPr/>
        </p:nvSpPr>
        <p:spPr>
          <a:xfrm>
            <a:off x="466344"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 D2C fashion brand: a ₹199 membership put in the cart unasked (review) and a decline worded to shame (confirmed).</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rotWithShape="1">
          <a:blip r:embed="rId6"/>
          <a:stretch>
            <a:fillRect/>
          </a:stretch>
        </p:blipFill>
        <p:spPr>
          <a:xfrm>
            <a:off x="3450945" y="1530705"/>
            <a:ext cx="285292" cy="285292"/>
          </a:xfrm>
          <a:prstGeom prst="rect">
            <a:avLst/>
          </a:prstGeom>
        </p:spPr>
      </p:pic>
      <p:sp>
        <p:nvSpPr>
          <p:cNvPr id="165" name="Rounded Rectangle 164"/>
          <p:cNvSpPr/>
          <p:nvPr/>
        </p:nvSpPr>
        <p:spPr>
          <a:xfrm>
            <a:off x="4961224"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CART</a:t>
            </a:r>
          </a:p>
        </p:txBody>
      </p:sp>
      <p:sp>
        <p:nvSpPr>
          <p:cNvPr id="166" name="TextBox 165"/>
          <p:cNvSpPr txBox="1"/>
          <p:nvPr/>
        </p:nvSpPr>
        <p:spPr>
          <a:xfrm>
            <a:off x="3355848"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8 reached the cart</a:t>
            </a:r>
          </a:p>
        </p:txBody>
      </p:sp>
      <p:sp>
        <p:nvSpPr>
          <p:cNvPr id="167" name="TextBox 166"/>
          <p:cNvSpPr txBox="1"/>
          <p:nvPr/>
        </p:nvSpPr>
        <p:spPr>
          <a:xfrm>
            <a:off x="3355848"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Seven went on until checkout asked them to sign in; one had no way to checkout.</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rotWithShape="1">
          <a:blip r:embed="rId7"/>
          <a:stretch>
            <a:fillRect/>
          </a:stretch>
        </p:blipFill>
        <p:spPr>
          <a:xfrm>
            <a:off x="6340449" y="1530705"/>
            <a:ext cx="285292" cy="285292"/>
          </a:xfrm>
          <a:prstGeom prst="rect">
            <a:avLst/>
          </a:prstGeom>
        </p:spPr>
      </p:pic>
      <p:sp>
        <p:nvSpPr>
          <p:cNvPr id="173" name="Rounded Rectangle 172"/>
          <p:cNvSpPr/>
          <p:nvPr/>
        </p:nvSpPr>
        <p:spPr>
          <a:xfrm>
            <a:off x="7850728"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REVIEW</a:t>
            </a:r>
          </a:p>
        </p:txBody>
      </p:sp>
      <p:sp>
        <p:nvSpPr>
          <p:cNvPr id="174" name="TextBox 173"/>
          <p:cNvSpPr txBox="1"/>
          <p:nvPr/>
        </p:nvSpPr>
        <p:spPr>
          <a:xfrm>
            <a:off x="6245352"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3 sent for review</a:t>
            </a:r>
          </a:p>
        </p:txBody>
      </p:sp>
      <p:sp>
        <p:nvSpPr>
          <p:cNvPr id="175" name="TextBox 174"/>
          <p:cNvSpPr txBox="1"/>
          <p:nvPr/>
        </p:nvSpPr>
        <p:spPr>
          <a:xfrm>
            <a:off x="6245352"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 ₹12 fee first shown in the cart; unsourced "N people bought this" claims. Flagged, never asserted.</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rotWithShape="1">
          <a:blip r:embed="rId8"/>
          <a:stretch>
            <a:fillRect/>
          </a:stretch>
        </p:blipFill>
        <p:spPr>
          <a:xfrm>
            <a:off x="561441" y="3341217"/>
            <a:ext cx="285292" cy="285292"/>
          </a:xfrm>
          <a:prstGeom prst="rect">
            <a:avLst/>
          </a:prstGeom>
        </p:spPr>
      </p:pic>
      <p:sp>
        <p:nvSpPr>
          <p:cNvPr id="181" name="Rounded Rectangle 180"/>
          <p:cNvSpPr/>
          <p:nvPr/>
        </p:nvSpPr>
        <p:spPr>
          <a:xfrm>
            <a:off x="2071720"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NO CART</a:t>
            </a:r>
          </a:p>
        </p:txBody>
      </p:sp>
      <p:sp>
        <p:nvSpPr>
          <p:cNvPr id="182" name="TextBox 181"/>
          <p:cNvSpPr txBox="1"/>
          <p:nvPr/>
        </p:nvSpPr>
        <p:spPr>
          <a:xfrm>
            <a:off x="466344"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6 stopped at the product</a:t>
            </a:r>
          </a:p>
        </p:txBody>
      </p:sp>
      <p:sp>
        <p:nvSpPr>
          <p:cNvPr id="183" name="TextBox 182"/>
          <p:cNvSpPr txBox="1"/>
          <p:nvPr/>
        </p:nvSpPr>
        <p:spPr>
          <a:xfrm>
            <a:off x="466344"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Out of stock, an error page, a build-your-own product, or a site that sells only by enquiry.</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rotWithShape="1">
          <a:blip r:embed="rId9"/>
          <a:stretch>
            <a:fillRect/>
          </a:stretch>
        </p:blipFill>
        <p:spPr>
          <a:xfrm>
            <a:off x="3450945" y="3341217"/>
            <a:ext cx="285292" cy="285292"/>
          </a:xfrm>
          <a:prstGeom prst="rect">
            <a:avLst/>
          </a:prstGeom>
        </p:spPr>
      </p:pic>
      <p:sp>
        <p:nvSpPr>
          <p:cNvPr id="189" name="Rounded Rectangle 188"/>
          <p:cNvSpPr/>
          <p:nvPr/>
        </p:nvSpPr>
        <p:spPr>
          <a:xfrm>
            <a:off x="4961224"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BLOCKED</a:t>
            </a:r>
          </a:p>
        </p:txBody>
      </p:sp>
      <p:sp>
        <p:nvSpPr>
          <p:cNvPr id="190" name="TextBox 189"/>
          <p:cNvSpPr txBox="1"/>
          <p:nvPr/>
        </p:nvSpPr>
        <p:spPr>
          <a:xfrm>
            <a:off x="3355848"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3 blocked us</a:t>
            </a:r>
          </a:p>
        </p:txBody>
      </p:sp>
      <p:sp>
        <p:nvSpPr>
          <p:cNvPr id="191" name="TextBox 190"/>
          <p:cNvSpPr txBox="1"/>
          <p:nvPr/>
        </p:nvSpPr>
        <p:spPr>
          <a:xfrm>
            <a:off x="3355848"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Bot protection, empty or error pages, a refused connection. Reported as not checked, never as clean.</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rotWithShape="1">
          <a:blip r:embed="rId10"/>
          <a:stretch>
            <a:fillRect/>
          </a:stretch>
        </p:blipFill>
        <p:spPr>
          <a:xfrm>
            <a:off x="6340449" y="3341217"/>
            <a:ext cx="285292" cy="285292"/>
          </a:xfrm>
          <a:prstGeom prst="rect">
            <a:avLst/>
          </a:prstGeom>
        </p:spPr>
      </p:pic>
      <p:sp>
        <p:nvSpPr>
          <p:cNvPr id="197" name="Rounded Rectangle 196"/>
          <p:cNvSpPr/>
          <p:nvPr/>
        </p:nvSpPr>
        <p:spPr>
          <a:xfrm>
            <a:off x="7850728"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15–17 OCT</a:t>
            </a:r>
          </a:p>
        </p:txBody>
      </p:sp>
      <p:sp>
        <p:nvSpPr>
          <p:cNvPr id="198" name="TextBox 197"/>
          <p:cNvSpPr txBox="1"/>
          <p:nvPr/>
        </p:nvSpPr>
        <p:spPr>
          <a:xfrm>
            <a:off x="6245352"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Logged out, never paying</a:t>
            </a:r>
          </a:p>
        </p:txBody>
      </p:sp>
      <p:sp>
        <p:nvSpPr>
          <p:cNvPr id="199" name="TextBox 198"/>
          <p:cNvSpPr txBox="1"/>
          <p:nvPr/>
        </p:nvSpPr>
        <p:spPr>
          <a:xfrm>
            <a:off x="6245352"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Marketplaces, a pharmacy, quick commerce and D2C brands, in India and the US. A fresh browser every time.</a:t>
            </a:r>
          </a:p>
        </p:txBody>
      </p:sp>
      <p:sp>
        <p:nvSpPr>
          <p:cNvPr id="250" name="Takeaway"/>
          <p:cNvSpPr txBox="1"/>
          <p:nvPr/>
        </p:nvSpPr>
        <p:spPr>
          <a:xfrm>
            <a:off x="320040" y="4815840"/>
            <a:ext cx="8549640" cy="247650"/>
          </a:xfrm>
          <a:prstGeom prst="rect">
            <a:avLst/>
          </a:prstGeom>
          <a:noFill/>
        </p:spPr>
        <p:txBody>
          <a:bodyPr wrap="square" lIns="0" tIns="0" rIns="0" bIns="0" anchor="t">
            <a:noAutofit/>
          </a:bodyPr>
          <a:lstStyle/>
          <a:p>
            <a:pPr algn="l">
              <a:lnSpc>
                <a:spcPct val="105000"/>
              </a:lnSpc>
              <a:spcAft>
                <a:spcPts val="0"/>
              </a:spcAft>
            </a:pPr>
            <a:r>
              <a:rPr sz="950" b="1">
                <a:solidFill>
                  <a:srgbClr val="111111"/>
                </a:solidFill>
                <a:latin typeface="Google Sans Flex"/>
              </a:rPr>
              <a:t>Stores aren't named: automated observations of a logged-out session. Raw reports on request.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 name="Google Shape;164;p27"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65" name="Google Shape;165;p27"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67" name="Google Shape;71;p15"/>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tIns="0" r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rotWithShape="1">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tIns="0" r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rotWithShape="1">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tIns="0" r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rotWithShape="1">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tIns="0" r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rotWithShape="1">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tIns="0" r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rotWithShape="1">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tIns="0" r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tIns="0" r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rotWithShape="1">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rotWithShape="1">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rotWithShape="1">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rotWithShape="1">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rotWithShape="1">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tIns="0" r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tIns="0" r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8" name="Google Shape;148;p25"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49" name="Google Shape;149;p25"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51" name="Google Shape;151;p25"/>
          <p:cNvSpPr txBox="1"/>
          <p:nvPr/>
        </p:nvSpPr>
        <p:spPr>
          <a:xfrm>
            <a:off x="265350" y="663825"/>
            <a:ext cx="8943000" cy="5619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rotWithShape="1">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The 26, audited</a:t>
            </a:r>
          </a:p>
        </p:txBody>
      </p:sp>
      <p:sp>
        <p:nvSpPr>
          <p:cNvPr id="159" name="TextBox 158"/>
          <p:cNvSpPr txBox="1"/>
          <p:nvPr/>
        </p:nvSpPr>
        <p:spPr>
          <a:xfrm>
            <a:off x="466344"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All 26 self-declared platforms, logged out, each finding checked by a person.</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rotWithShape="1">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Test accounts in Secret Manager, so checkout and payment on real stores get audited too.</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rotWithShape="1">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Nightly re-audits with Cloud Scheduler, and a CI check that fails a deploy adding a trick.</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rotWithShape="1">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rotWithShape="1">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rotWithShape="1">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lIns="54864" tIns="0" rIns="54864" bIns="0" rtlCol="0" anchor="ctr"/>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tIns="0" r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tIns="0" r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6" name="Google Shape;156;p26"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57" name="Google Shape;157;p26" title="Group 427319979.png"/>
          <p:cNvPicPr>
            <a:picLocks noChangeAspect="1"/>
          </p:cNvPicPr>
          <p:nvPr/>
        </p:nvPicPr>
        <p:blipFill rotWithShape="1">
          <a:blip r:embed="rId4">
            <a:alphaModFix amt="100000"/>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wrap="square" lIns="91425" tIns="91425" rIns="91425" bIns="91425" anchor="ctr" anchorCtr="0" spcFirstLastPara="1">
            <a:noAutofit/>
          </a:bodyPr>
          <a:lstStyle/>
          <a:p>
            <a:pPr marL="0" indent="0" algn="ctr" rtl="0">
              <a:spcBef>
                <a:spcPts val="0"/>
              </a:spcBef>
              <a:spcAft>
                <a:spcPts val="0"/>
              </a:spcAft>
              <a:buNone/>
            </a:pPr>
          </a:p>
        </p:txBody>
      </p:sp>
      <p:sp>
        <p:nvSpPr>
          <p:cNvPr id="159" name="Google Shape;159;p26"/>
          <p:cNvSpPr txBox="1"/>
          <p:nvPr/>
        </p:nvSpPr>
        <p:spPr>
          <a:xfrm>
            <a:off x="265350" y="663825"/>
            <a:ext cx="8943000" cy="1333800"/>
          </a:xfrm>
          <a:prstGeom prst="rect">
            <a:avLst/>
          </a:prstGeom>
          <a:noFill/>
          <a:ln>
            <a:noFill/>
          </a:ln>
        </p:spPr>
        <p:txBody>
          <a:bodyPr wrap="square" lIns="91425" tIns="91425" rIns="91425" bIns="91425" anchor="t" anchorCtr="0" spcFirstLastPara="1">
            <a:noAutofit/>
          </a:bodyPr>
          <a:lstStyle/>
          <a:p>
            <a:pPr mar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rotWithShape="1">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tIns="0" r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rotWithShape="1">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tIns="0" r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tIns="0" r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rotWithShape="1">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tIns="0" rIns="0" bIns="0" anchor="ctr">
            <a:noAutofit/>
          </a:bodyPr>
          <a:lstStyle/>
          <a:p>
            <a:pPr algn="l">
              <a:lnSpc>
                <a:spcPct val="100000"/>
              </a:lnSpc>
              <a:spcAft>
                <a:spcPts val="0"/>
              </a:spcAft>
            </a:pPr>
            <a:r>
              <a:rPr sz="1100" b="1">
                <a:solidFill>
                  <a:srgbClr val="111111"/>
                </a:solidFill>
                <a:latin typeface="Google Sans Flex"/>
              </a:rPr>
              <a:t>Demo Video Link (3 Minutes)</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Play the Shop Honest demo video on YouTube">
            <a:hlinkClick r:id="rId9"/>
          </p:cNvPr>
          <p:cNvPicPr>
            <a:picLocks noChangeAspect="1"/>
          </p:cNvPicPr>
          <p:nvPr/>
        </p:nvPicPr>
        <p:blipFill rotWithShape="1">
          <a:blip r:embed="rId10"/>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tIns="0" rIns="0" bIns="0" anchor="ctr">
            <a:noAutofit/>
          </a:bodyPr>
          <a:lstStyle/>
          <a:p>
            <a:pPr algn="ctr">
              <a:lnSpc>
                <a:spcPct val="100000"/>
              </a:lnSpc>
              <a:spcAft>
                <a:spcPts val="0"/>
              </a:spcAft>
            </a:pPr>
            <a:r>
              <a:rPr sz="1000" b="0" u="sng">
                <a:solidFill>
                  <a:srgbClr val="0097A7"/>
                </a:solidFill>
                <a:latin typeface="Google Sans Flex SemiBold"/>
                <a:hlinkClick r:id="rId9" tooltip="Watch the Shop Honest product walkthrough on YouTube"/>
              </a:rPr>
              <a:t>youtu.be/_mG4SobZ9E0</a:t>
            </a:r>
          </a:p>
        </p:txBody>
      </p:sp>
      <p:sp>
        <p:nvSpPr>
          <p:cNvPr id="180" name="TextBox 179"/>
          <p:cNvSpPr txBox="1"/>
          <p:nvPr/>
        </p:nvSpPr>
        <p:spPr>
          <a:xfrm>
            <a:off x="3340608" y="4297680"/>
            <a:ext cx="2462784" cy="274320"/>
          </a:xfrm>
          <a:prstGeom prst="rect">
            <a:avLst/>
          </a:prstGeom>
          <a:noFill/>
        </p:spPr>
        <p:txBody>
          <a:bodyPr wrap="square" lIns="0" tIns="0" rIns="0" bIns="0" anchor="t">
            <a:noAutofit/>
          </a:bodyPr>
          <a:lstStyle/>
          <a:p>
            <a:pPr algn="ctr">
              <a:lnSpc>
                <a:spcPct val="100000"/>
              </a:lnSpc>
              <a:spcAft>
                <a:spcPts val="0"/>
              </a:spcAft>
            </a:pPr>
            <a:r>
              <a:rPr sz="900" b="0">
                <a:solidFill>
                  <a:srgbClr val="5F6368"/>
                </a:solidFill>
                <a:latin typeface="Google Sans Flex Medium"/>
              </a:rPr>
              <a:t>A 2:54 product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rotWithShape="1">
          <a:blip r:embed="rId11"/>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tIns="0" r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rotWithShape="1">
          <a:blip r:embed="rId12"/>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tIns="0" rIns="0" bIns="0" anchor="ctr">
            <a:noAutofit/>
          </a:bodyPr>
          <a:lstStyle/>
          <a:p>
            <a:pPr algn="ctr">
              <a:lnSpc>
                <a:spcPct val="100000"/>
              </a:lnSpc>
              <a:spcAft>
                <a:spcPts val="0"/>
              </a:spcAft>
            </a:pPr>
            <a:r>
              <a:rPr sz="1000" b="0">
                <a:solidFill>
                  <a:srgbClr val="3B5BFF"/>
                </a:solidFill>
                <a:latin typeface="Google Sans Flex SemiBold"/>
                <a:hlinkClick r:id="rId13"/>
              </a:rPr>
              <a:t>shop-honest-ai.web.app</a:t>
            </a:r>
          </a:p>
        </p:txBody>
      </p:sp>
      <p:sp>
        <p:nvSpPr>
          <p:cNvPr id="190" name="TextBox 189"/>
          <p:cNvSpPr txBox="1"/>
          <p:nvPr/>
        </p:nvSpPr>
        <p:spPr>
          <a:xfrm>
            <a:off x="6251448" y="4297680"/>
            <a:ext cx="2462784" cy="274320"/>
          </a:xfrm>
          <a:prstGeom prst="rect">
            <a:avLst/>
          </a:prstGeom>
          <a:noFill/>
        </p:spPr>
        <p:txBody>
          <a:bodyPr wrap="square" lIns="0" tIns="0" r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1" name="Google Shape;171;p28" title="Frame 144.png"/>
          <p:cNvPicPr>
            <a:picLocks noChangeAspect="1"/>
          </p:cNvPicPr>
          <p:nvPr/>
        </p:nvPicPr>
        <p:blipFill rotWithShape="1">
          <a:blip r:embed="rId3">
            <a:alphaModFix amt="100000"/>
          </a:blip>
          <a:srcRect l="0" t="0" r="0" b="98001"/>
          <a:stretch>
            <a:fillRect/>
          </a:stretch>
        </p:blipFill>
        <p:spPr>
          <a:xfrm>
            <a:off x="0" y="5093562"/>
            <a:ext cx="9144000" cy="54275"/>
          </a:xfrm>
          <a:prstGeom prst="rect">
            <a:avLst/>
          </a:prstGeom>
          <a:noFill/>
          <a:ln>
            <a:noFill/>
          </a:ln>
        </p:spPr>
      </p:pic>
      <p:pic>
        <p:nvPicPr>
          <p:cNvPr id="172" name="Google Shape;172;p28" title="Frame 145.png"/>
          <p:cNvPicPr>
            <a:picLocks noChangeAspect="1"/>
          </p:cNvPicPr>
          <p:nvPr/>
        </p:nvPicPr>
        <p:blipFill rotWithShape="1">
          <a:blip r:embed="rId4">
            <a:alphaModFix amt="100000"/>
          </a:blip>
          <a:stretch>
            <a:fillRect/>
          </a:stretch>
        </p:blipFill>
        <p:spPr>
          <a:xfrm>
            <a:off x="0" y="0"/>
            <a:ext cx="9144000" cy="5143516"/>
          </a:xfrm>
          <a:prstGeom prst="rect">
            <a:avLst/>
          </a:prstGeom>
          <a:noFill/>
          <a:ln>
            <a:noFill/>
          </a:ln>
        </p:spPr>
      </p:pic>
      <p:sp>
        <p:nvSpPr>
          <p:cNvPr id="300" name="Closing line"/>
          <p:cNvSpPr txBox="1"/>
          <p:nvPr/>
        </p:nvSpPr>
        <p:spPr>
          <a:xfrm>
            <a:off x="4754880" y="2148840"/>
            <a:ext cx="4114800" cy="777240"/>
          </a:xfrm>
          <a:prstGeom prst="rect">
            <a:avLst/>
          </a:prstGeom>
          <a:noFill/>
        </p:spPr>
        <p:txBody>
          <a:bodyPr wrap="square" lIns="0" tIns="0" rIns="0" bIns="0">
            <a:noAutofit/>
          </a:bodyPr>
          <a:lstStyle/>
          <a:p>
            <a:pPr algn="l">
              <a:spcAft>
                <a:spcPts val="600"/>
              </a:spcAft>
            </a:pPr>
            <a:r>
              <a:rPr sz="1300" b="1">
                <a:solidFill>
                  <a:srgbClr val="C6F432"/>
                </a:solidFill>
                <a:latin typeface="Google Sans Flex"/>
              </a:rPr>
              <a:t>Found, fixed and proven, before it costs you a CCPA fine.</a:t>
            </a:r>
          </a:p>
          <a:p>
            <a:pPr algn="l">
              <a:spcAft>
                <a:spcPts val="600"/>
              </a:spcAft>
            </a:pPr>
            <a:r>
              <a:rPr sz="1150" b="1">
                <a:solidFill>
                  <a:srgbClr val="FFFFFF"/>
                </a:solidFill>
                <a:latin typeface="Google Sans Flex"/>
              </a:rPr>
              <a:t>shop-honest-ai.web.app</a:t>
            </a:r>
          </a:p>
          <a:p>
            <a:pPr algn="l">
              <a:spcAft>
                <a:spcPts val="0"/>
              </a:spcAft>
            </a:pPr>
            <a:r>
              <a:rPr sz="1050" b="0">
                <a:solidFill>
                  <a:srgbClr val="D9D9D9"/>
                </a:solidFill>
                <a:latin typeface="Google Sans Flex"/>
              </a:rPr>
              <a:t>Team Zero Context · Saubhagya Ashish · Suvojit Konar</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algn="b" rotWithShape="0">
              <a:srgbClr val="000000">
                <a:alpha val="38000"/>
              </a:srgbClr>
            </a:outerShdw>
          </a:effectLst>
        </a:effectStyle>
        <a:effectStyle>
          <a:effectLst>
            <a:outerShdw blurRad="40000" dist="23000" dir="5400000" algn="b" rotWithShape="0">
              <a:srgbClr val="000000">
                <a:alpha val="35000"/>
              </a:srgbClr>
            </a:outerShdw>
          </a:effectLst>
        </a:effectStyle>
        <a:effectStyle>
          <a:effectLst>
            <a:outerShdw blurRad="40000" dist="23000" dir="5400000" algn="b" rotWithShape="0">
              <a:srgbClr val="000000">
                <a:alpha val="35000"/>
              </a:srgbClr>
            </a:outerShdw>
          </a:effectLst>
          <a:scene3d xmlns:a="http://schemas.openxmlformats.org/drawingml/2006/main">
            <a:camera prst="orthographicFront">
              <a:rot lat="0" lon="0" rev="0"/>
            </a:camera>
            <a:lightRig rig="threePt" dir="t">
              <a:rot lat="0" lon="0" rev="1200000"/>
            </a:lightRig>
          </a:scene3d>
          <a:sp3d xmlns:a="http://schemas.openxmlformats.org/drawingml/2006/main">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xmlns:r="http://schemas.openxmlformats.org/officeDocument/2006/relationships" name="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algn="b" rotWithShape="0">
              <a:srgbClr val="000000">
                <a:alpha val="38000"/>
              </a:srgbClr>
            </a:outerShdw>
          </a:effectLst>
        </a:effectStyle>
        <a:effectStyle>
          <a:effectLst>
            <a:outerShdw blurRad="40000" dist="23000" dir="5400000" algn="b" rotWithShape="0">
              <a:srgbClr val="000000">
                <a:alpha val="35000"/>
              </a:srgbClr>
            </a:outerShdw>
          </a:effectLst>
        </a:effectStyle>
        <a:effectStyle>
          <a:effectLst>
            <a:outerShdw blurRad="40000" dist="23000" dir="5400000" algn="b" rotWithShape="0">
              <a:srgbClr val="000000">
                <a:alpha val="35000"/>
              </a:srgbClr>
            </a:outerShdw>
          </a:effectLst>
          <a:scene3d xmlns:a="http://schemas.openxmlformats.org/drawingml/2006/main">
            <a:camera prst="orthographicFront">
              <a:rot lat="0" lon="0" rev="0"/>
            </a:camera>
            <a:lightRig rig="threePt" dir="t">
              <a:rot lat="0" lon="0" rev="1200000"/>
            </a:lightRig>
          </a:scene3d>
          <a:sp3d xmlns:a="http://schemas.openxmlformats.org/drawingml/2006/main">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DeckCraft</Application>
  <Slides>18</Slides>
  <Notes>18</Notes>
  <HiddenSlides>0</Hidden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